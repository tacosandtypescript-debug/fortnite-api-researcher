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2bcc4874c4f5f" /><Relationship Type="http://schemas.openxmlformats.org/officeDocument/2006/relationships/extended-properties" Target="/docProps/app.xml" Id="R0565d35176704a54" /><Relationship Type="http://schemas.openxmlformats.org/officeDocument/2006/relationships/officeDocument" Target="/ppt/presentation.xml" Id="Rb82e96d72fc9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c753b0a8744190"/>
  </p:sldMasterIdLst>
  <p:notesMasterIdLst>
    <p:notesMasterId xmlns:r="http://schemas.openxmlformats.org/officeDocument/2006/relationships" r:id="R4e866f6c22e24707"/>
  </p:notesMasterIdLst>
  <p:sldIdLst>
    <p:sldId xmlns:r="http://schemas.openxmlformats.org/officeDocument/2006/relationships" id="256" r:id="R582dfc3500b649ee"/>
    <p:sldId xmlns:r="http://schemas.openxmlformats.org/officeDocument/2006/relationships" id="257" r:id="R359cd9da296f49f8"/>
    <p:sldId xmlns:r="http://schemas.openxmlformats.org/officeDocument/2006/relationships" id="258" r:id="R561b10357edc42bb"/>
    <p:sldId xmlns:r="http://schemas.openxmlformats.org/officeDocument/2006/relationships" id="259" r:id="Re7f5e80e89d34009"/>
    <p:sldId xmlns:r="http://schemas.openxmlformats.org/officeDocument/2006/relationships" id="260" r:id="Rd5d64e1af36941ac"/>
    <p:sldId xmlns:r="http://schemas.openxmlformats.org/officeDocument/2006/relationships" id="261" r:id="Rdbb8ea900f374667"/>
    <p:sldId xmlns:r="http://schemas.openxmlformats.org/officeDocument/2006/relationships" id="262" r:id="R544af533a875494c"/>
    <p:sldId xmlns:r="http://schemas.openxmlformats.org/officeDocument/2006/relationships" id="263" r:id="R31254a3d8f8b4ec3"/>
    <p:sldId xmlns:r="http://schemas.openxmlformats.org/officeDocument/2006/relationships" id="264" r:id="R46c91524e0de48a5"/>
    <p:sldId xmlns:r="http://schemas.openxmlformats.org/officeDocument/2006/relationships" id="265" r:id="Red4838e4e2a34159"/>
    <p:sldId xmlns:r="http://schemas.openxmlformats.org/officeDocument/2006/relationships" id="266" r:id="R3e4d4cea3a0a47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a67635cdc4620" /><Relationship Type="http://schemas.openxmlformats.org/officeDocument/2006/relationships/slideMaster" Target="/ppt/slideMasters/slideMaster1.xml" Id="Rffc753b0a8744190" /><Relationship Type="http://schemas.openxmlformats.org/officeDocument/2006/relationships/notesMaster" Target="/ppt/notesMasters/notesMaster1.xml" Id="R4e866f6c22e24707" /><Relationship Type="http://schemas.openxmlformats.org/officeDocument/2006/relationships/presProps" Target="/ppt/presProps.xml" Id="Rf7ee248e3dc34032" /><Relationship Type="http://schemas.openxmlformats.org/officeDocument/2006/relationships/tableStyles" Target="/ppt/tableStyles.xml" Id="Ra90db0088c9a4916" /><Relationship Type="http://schemas.openxmlformats.org/officeDocument/2006/relationships/slide" Target="/ppt/slides/slide1.xml" Id="R582dfc3500b649ee" /><Relationship Type="http://schemas.openxmlformats.org/officeDocument/2006/relationships/slide" Target="/ppt/slides/slide2.xml" Id="R359cd9da296f49f8" /><Relationship Type="http://schemas.openxmlformats.org/officeDocument/2006/relationships/slide" Target="/ppt/slides/slide3.xml" Id="R561b10357edc42bb" /><Relationship Type="http://schemas.openxmlformats.org/officeDocument/2006/relationships/slide" Target="/ppt/slides/slide4.xml" Id="Re7f5e80e89d34009" /><Relationship Type="http://schemas.openxmlformats.org/officeDocument/2006/relationships/slide" Target="/ppt/slides/slide5.xml" Id="Rd5d64e1af36941ac" /><Relationship Type="http://schemas.openxmlformats.org/officeDocument/2006/relationships/slide" Target="/ppt/slides/slide6.xml" Id="Rdbb8ea900f374667" /><Relationship Type="http://schemas.openxmlformats.org/officeDocument/2006/relationships/slide" Target="/ppt/slides/slide7.xml" Id="R544af533a875494c" /><Relationship Type="http://schemas.openxmlformats.org/officeDocument/2006/relationships/slide" Target="/ppt/slides/slide8.xml" Id="R31254a3d8f8b4ec3" /><Relationship Type="http://schemas.openxmlformats.org/officeDocument/2006/relationships/slide" Target="/ppt/slides/slide9.xml" Id="R46c91524e0de48a5" /><Relationship Type="http://schemas.openxmlformats.org/officeDocument/2006/relationships/slide" Target="/ppt/slides/slide10.xml" Id="Red4838e4e2a34159" /><Relationship Type="http://schemas.openxmlformats.org/officeDocument/2006/relationships/slide" Target="/ppt/slides/slide11.xml" Id="R3e4d4cea3a0a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049eac293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3d8c52baf49be" /><Relationship Type="http://schemas.openxmlformats.org/officeDocument/2006/relationships/notesMaster" Target="/ppt/notesMasters/notesMaster1.xml" Id="Rbef8dfc13fcc4f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cdf9f65c304567" /><Relationship Type="http://schemas.openxmlformats.org/officeDocument/2006/relationships/notesMaster" Target="/ppt/notesMasters/notesMaster1.xml" Id="R7e53b364c815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d81074479b4112" /><Relationship Type="http://schemas.openxmlformats.org/officeDocument/2006/relationships/notesMaster" Target="/ppt/notesMasters/notesMaster1.xml" Id="Rd85d1cc8bb48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ae776232bf4250" /><Relationship Type="http://schemas.openxmlformats.org/officeDocument/2006/relationships/notesMaster" Target="/ppt/notesMasters/notesMaster1.xml" Id="Rc16ea4faf7e8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905589a4dd447c" /><Relationship Type="http://schemas.openxmlformats.org/officeDocument/2006/relationships/notesMaster" Target="/ppt/notesMasters/notesMaster1.xml" Id="R9e2864270a2e4d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d7911530084531" /><Relationship Type="http://schemas.openxmlformats.org/officeDocument/2006/relationships/notesMaster" Target="/ppt/notesMasters/notesMaster1.xml" Id="R48dabd182ba1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97d62f321842d0" /><Relationship Type="http://schemas.openxmlformats.org/officeDocument/2006/relationships/notesMaster" Target="/ppt/notesMasters/notesMaster1.xml" Id="Rcac213d231e4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09e62ccf14e97" /><Relationship Type="http://schemas.openxmlformats.org/officeDocument/2006/relationships/notesMaster" Target="/ppt/notesMasters/notesMaster1.xml" Id="R64856696632c43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182d9396c64a74" /><Relationship Type="http://schemas.openxmlformats.org/officeDocument/2006/relationships/notesMaster" Target="/ppt/notesMasters/notesMaster1.xml" Id="Rda3be81e1a85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3454ca43ea4aa8" /><Relationship Type="http://schemas.openxmlformats.org/officeDocument/2006/relationships/notesMaster" Target="/ppt/notesMasters/notesMaster1.xml" Id="R20f12978620048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a881f569547c8" /><Relationship Type="http://schemas.openxmlformats.org/officeDocument/2006/relationships/notesMaster" Target="/ppt/notesMasters/notesMaster1.xml" Id="Rf47a4b050e6f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 visual: official-event-hero-nac.jpg, descargado de la fuente pública de Epic/CDN y validado a 1920×1080.</a:t>
            </a:r>
          </a:p>
          <a:p xmlns:a="http://schemas.openxmlformats.org/drawingml/2006/main">
            <a:r>
              <a:t>El guion y los tiempos provienen de salidas/20260910T170634Z-guion-video-weezy-icon-cup.md.</a:t>
            </a:r>
          </a:p>
          <a:p xmlns:a="http://schemas.openxmlformats.org/drawingml/2006/main">
            <a:r>
              <a:t>Fuentes: https://www.fortnite.com/competitive/events/S42_WeezyIconCup?region=NAC&amp;round=S42_WeezyIconCup_NAC</a:t>
            </a:r>
          </a:p>
          <a:p xmlns:a="http://schemas.openxmlformats.org/drawingml/2006/main">
            <a:r>
              <a:t>API de catálogo: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official-event-hero-nac.jpg, arte oficial de Epic/CDN, 1920×1080.</a:t>
            </a:r>
          </a:p>
          <a:p xmlns:a="http://schemas.openxmlformats.org/drawingml/2006/main">
            <a:r>
              <a:t>Guion: sección Hook, 0:00–0:07, de salidas/20260910T170634Z-guion-video-weezy-icon-cup.md.</a:t>
            </a:r>
          </a:p>
          <a:p xmlns:a="http://schemas.openxmlformats.org/drawingml/2006/main">
            <a:r>
              <a:t>No añadir texto dentro del archivo de imagen. El texto mostrado en el preview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Póster visual: tournament-post.jpg, publicación pública de FNcompReport.</a:t>
            </a:r>
          </a:p>
          <a:p xmlns:a="http://schemas.openxmlformats.org/drawingml/2006/main">
            <a:r>
              <a:t>Fuente del anuncio comunitario: https://x.com/fncompreport/status/2098080878320619883?s=46</a:t>
            </a:r>
          </a:p>
          <a:p xmlns:a="http://schemas.openxmlformats.org/drawingml/2006/main">
            <a:r>
              <a:t>Confirmación oficial: https://www.fortnite.com/competitive/events/S42_WeezyIconCup?region=NAC&amp;round=S42_WeezyIconCup_NAC</a:t>
            </a:r>
          </a:p>
          <a:p xmlns:a="http://schemas.openxmlformats.org/drawingml/2006/main">
            <a:r>
              <a:t>El texto de fecha, región y modos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loadingscreen-noiseclue-images.other.background.png, imagen de catálogo Fortnite-API.com.</a:t>
            </a:r>
          </a:p>
          <a:p xmlns:a="http://schemas.openxmlformats.org/drawingml/2006/main">
            <a:r>
              <a:t>Atuendos: character-noisecluegust-images.featured.png, registro Weezy; character-noisecluelurch-images.featured.png, registro Lil Wayne.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  <a:p xmlns:a="http://schemas.openxmlformats.org/drawingml/2006/main">
            <a:r>
              <a:t>Los renders de la API son assets de catálogo, no banners oficiales de Epic.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Fortnite-API.com: backpack-noisecluegust-images.featured.png, pickaxe-noisecluegust-images.featured.png, glider-noisecluelurch-images.featured.png, wrap-noiseclue-images.featured.png y emoticon-noiseclue-images.smallicon.png.</a:t>
            </a:r>
          </a:p>
          <a:p xmlns:a="http://schemas.openxmlformats.org/drawingml/2006/main">
            <a:r>
              <a:t>Endpoint de catálogo: https://fortnite-api.com/v2/cosmetics/br/search/all?set=Lil%20Wayne&amp;matchMethod=full&amp;language=en</a:t>
            </a:r>
          </a:p>
          <a:p xmlns:a="http://schemas.openxmlformats.org/drawingml/2006/main">
            <a:r>
              <a:t>La composición usa los PNG originales sin cambiar el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Detalle y variantes: character-noisecluegust-images.icon.png y character-noisecluegust-variants-*.png; variantes de Lil Wayne en character-noisecluelurch-variants-*.png.</a:t>
            </a:r>
          </a:p>
          <a:p xmlns:a="http://schemas.openxmlformats.org/drawingml/2006/main">
            <a:r>
              <a:t>Los nombres descriptivos de la locución siguen el resumen del catálogo. No se asignan etiquetas nuevas a cada miniatura.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Carátulas: sid-placeholder-870-albumart.jpg, sid-placeholder-871-albumart.jpg y sid-placeholder-872-albumart.jpg, campos albumArt de Fortnite-API.com.</a:t>
            </a:r>
          </a:p>
          <a:p xmlns:a="http://schemas.openxmlformats.org/drawingml/2006/main">
            <a:r>
              <a:t>Instrumento: pickaxe-noiseclue-guitar-images.featured.png, registro Tha Guitar.</a:t>
            </a:r>
          </a:p>
          <a:p xmlns:a="http://schemas.openxmlformats.org/drawingml/2006/main">
            <a:r>
              <a:t>Tracks: https://fortnite-api.com/v2/cosmetics/tracks?language=en</a:t>
            </a:r>
          </a:p>
          <a:p xmlns:a="http://schemas.openxmlformats.org/drawingml/2006/main">
            <a:r>
              <a:t>Instrumentos: https://fortnite-api.com/v2/cosmetics/instruments?language=en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arte oficial de Epic/CDN.</a:t>
            </a:r>
          </a:p>
          <a:p xmlns:a="http://schemas.openxmlformats.org/drawingml/2006/main">
            <a:r>
              <a:t>Clip original: official-teaser.mp4, 1920×1080, aproximadamente 9.8 s; miniatura: official-teaser-thumb.jpg.</a:t>
            </a:r>
          </a:p>
          <a:p xmlns:a="http://schemas.openxmlformats.org/drawingml/2006/main">
            <a:r>
              <a:t>Ficha oficial: https://www.fortnite.com/competitive/events/S42_WeezyIconCup?region=NAC&amp;round=S42_WeezyIconCup_NAC</a:t>
            </a:r>
          </a:p>
          <a:p xmlns:a="http://schemas.openxmlformats.org/drawingml/2006/main">
            <a:r>
              <a:t>Horario: https://www.fortnite.com/competitive/events/S42_WeezyIconCup/schedule?region=NAC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usado como background con overlay.</a:t>
            </a:r>
          </a:p>
          <a:p xmlns:a="http://schemas.openxmlformats.org/drawingml/2006/main">
            <a:r>
              <a:t>Datos de puntuación, límite de partidas y desempates: feed público de Fortnite Tracker, leído en la investigación.</a:t>
            </a:r>
          </a:p>
          <a:p xmlns:a="http://schemas.openxmlformats.org/drawingml/2006/main">
            <a:r>
              <a:t>Battle Royale: https://fortnitetracker.com/events/epicgames_S42_WeezyIconCup_NAC</a:t>
            </a:r>
          </a:p>
          <a:p xmlns:a="http://schemas.openxmlformats.org/drawingml/2006/main">
            <a:r>
              <a:t>Zero Build: https://fortnitetracker.com/events/epicgames_S42_WeezyIconCup_ZB_NAC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Assets: character-noisecluegust-images.icon.png, backpack-noisecluegust-images.featured.png y emoticon-noiseclue-images.smallicon.png.</a:t>
            </a:r>
          </a:p>
          <a:p xmlns:a="http://schemas.openxmlformats.org/drawingml/2006/main">
            <a:r>
              <a:t>Premios leídos del feed público: https://fortnitetracker.com/events/epicgames_S42_WeezyIconCup_NAC</a:t>
            </a:r>
          </a:p>
          <a:p xmlns:a="http://schemas.openxmlformats.org/drawingml/2006/main">
            <a:r>
              <a:t>La ficha oficial describe la recompensa como acceso al lote Weezy. No presentarlo como dinero ni como las dos skins completas.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Miniatura: official-teaser-thumb.jpg. Clip original para usar en edición: official-teaser.mp4.</a:t>
            </a:r>
          </a:p>
          <a:p xmlns:a="http://schemas.openxmlformats.org/drawingml/2006/main">
            <a:r>
              <a:t>Fuente oficial del evento: https://www.fortnite.com/competitive/events/S42_WeezyIconCup?region=NAC&amp;round=S42_WeezyIconCup_NAC</a:t>
            </a:r>
          </a:p>
          <a:p xmlns:a="http://schemas.openxmlformats.org/drawingml/2006/main">
            <a:r>
              <a:t>El guion pide un cierre responsable porque el feed y el horario pueden actualizarse antes de iniciar.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72cd91f93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e294350914fa9" /><Relationship Type="http://schemas.openxmlformats.org/officeDocument/2006/relationships/slideLayout" Target="/ppt/slideLayouts/slideLayout1.xml" Id="R759f1820af044b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f1820af044b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c496581994403" /><Relationship Type="http://schemas.openxmlformats.org/officeDocument/2006/relationships/image" Target="/ppt/media/image.jpeg" Id="R418839337b984172" /><Relationship Type="http://schemas.openxmlformats.org/officeDocument/2006/relationships/notesSlide" Target="/ppt/notesSlides/notesSlide1.xml" Id="R65c2d8fd663b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1ecaf1ae847f2" /><Relationship Type="http://schemas.openxmlformats.org/officeDocument/2006/relationships/image" Target="/ppt/media/image2.jpeg" Id="R7a810c8f4eb543e5" /><Relationship Type="http://schemas.openxmlformats.org/officeDocument/2006/relationships/notesSlide" Target="/ppt/notesSlides/notesSlide2.xml" Id="R643a2e1578784a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91fb1c69f42f4" /><Relationship Type="http://schemas.openxmlformats.org/officeDocument/2006/relationships/image" Target="/ppt/media/image3.jpeg" Id="Rbe04247a0ac94edf" /><Relationship Type="http://schemas.openxmlformats.org/officeDocument/2006/relationships/image" Target="/ppt/media/image4.jpeg" Id="Rb97a1da9d1c14789" /><Relationship Type="http://schemas.openxmlformats.org/officeDocument/2006/relationships/notesSlide" Target="/ppt/notesSlides/notesSlide3.xml" Id="R65d5af781913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666d92a334af0" /><Relationship Type="http://schemas.openxmlformats.org/officeDocument/2006/relationships/image" Target="/ppt/media/image.png" Id="R1424242e1fa04325" /><Relationship Type="http://schemas.openxmlformats.org/officeDocument/2006/relationships/image" Target="/ppt/media/image2.png" Id="R2edb891a650a4b12" /><Relationship Type="http://schemas.openxmlformats.org/officeDocument/2006/relationships/image" Target="/ppt/media/image3.png" Id="R2785d542a2454fa2" /><Relationship Type="http://schemas.openxmlformats.org/officeDocument/2006/relationships/notesSlide" Target="/ppt/notesSlides/notesSlide4.xml" Id="R2d690302db2b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f701a0217449a" /><Relationship Type="http://schemas.openxmlformats.org/officeDocument/2006/relationships/image" Target="/ppt/media/image4.png" Id="R7106efaaaa524d0f" /><Relationship Type="http://schemas.openxmlformats.org/officeDocument/2006/relationships/image" Target="/ppt/media/image5.png" Id="Rbad04d83b0324388" /><Relationship Type="http://schemas.openxmlformats.org/officeDocument/2006/relationships/image" Target="/ppt/media/image6.png" Id="Re62c92be45ae4a50" /><Relationship Type="http://schemas.openxmlformats.org/officeDocument/2006/relationships/image" Target="/ppt/media/image7.png" Id="R08ce642fd66747ae" /><Relationship Type="http://schemas.openxmlformats.org/officeDocument/2006/relationships/image" Target="/ppt/media/image8.png" Id="R8851785b76554e1e" /><Relationship Type="http://schemas.openxmlformats.org/officeDocument/2006/relationships/notesSlide" Target="/ppt/notesSlides/notesSlide5.xml" Id="R8d95da3f36d1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d86c2364f4588" /><Relationship Type="http://schemas.openxmlformats.org/officeDocument/2006/relationships/image" Target="/ppt/media/image9.png" Id="Rc12fc5829bbc478d" /><Relationship Type="http://schemas.openxmlformats.org/officeDocument/2006/relationships/image" Target="/ppt/media/image10.png" Id="Rbdd5dec13dd747c0" /><Relationship Type="http://schemas.openxmlformats.org/officeDocument/2006/relationships/image" Target="/ppt/media/image11.png" Id="R8065e8107b854b7b" /><Relationship Type="http://schemas.openxmlformats.org/officeDocument/2006/relationships/image" Target="/ppt/media/image12.png" Id="R3ab557aaaf6d4c9c" /><Relationship Type="http://schemas.openxmlformats.org/officeDocument/2006/relationships/image" Target="/ppt/media/image13.png" Id="Rda75a3cbee854ab9" /><Relationship Type="http://schemas.openxmlformats.org/officeDocument/2006/relationships/image" Target="/ppt/media/image14.png" Id="R7223e45a416648bf" /><Relationship Type="http://schemas.openxmlformats.org/officeDocument/2006/relationships/image" Target="/ppt/media/image15.png" Id="Rc61c3f1e30c54ab8" /><Relationship Type="http://schemas.openxmlformats.org/officeDocument/2006/relationships/notesSlide" Target="/ppt/notesSlides/notesSlide6.xml" Id="R2842c09f24df4f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8adf95363492b" /><Relationship Type="http://schemas.openxmlformats.org/officeDocument/2006/relationships/image" Target="/ppt/media/image5.jpeg" Id="R31b878ec1c1c4952" /><Relationship Type="http://schemas.openxmlformats.org/officeDocument/2006/relationships/image" Target="/ppt/media/image6.jpeg" Id="R34023beb8ce94186" /><Relationship Type="http://schemas.openxmlformats.org/officeDocument/2006/relationships/image" Target="/ppt/media/image7.jpeg" Id="R2631934dbf93479d" /><Relationship Type="http://schemas.openxmlformats.org/officeDocument/2006/relationships/image" Target="/ppt/media/image16.png" Id="R1f7e896a68734a87" /><Relationship Type="http://schemas.openxmlformats.org/officeDocument/2006/relationships/notesSlide" Target="/ppt/notesSlides/notesSlide7.xml" Id="R544f818a73f143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8488ae794d71" /><Relationship Type="http://schemas.openxmlformats.org/officeDocument/2006/relationships/image" Target="/ppt/media/image8.jpeg" Id="R57189778f2db43fb" /><Relationship Type="http://schemas.openxmlformats.org/officeDocument/2006/relationships/image" Target="/ppt/media/image9.jpeg" Id="R11b4785d4faf4835" /><Relationship Type="http://schemas.openxmlformats.org/officeDocument/2006/relationships/notesSlide" Target="/ppt/notesSlides/notesSlide8.xml" Id="R27d5b04241e2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15f52455345df" /><Relationship Type="http://schemas.openxmlformats.org/officeDocument/2006/relationships/image" Target="/ppt/media/image10.jpeg" Id="Rf714ec59d4eb403c" /><Relationship Type="http://schemas.openxmlformats.org/officeDocument/2006/relationships/notesSlide" Target="/ppt/notesSlides/notesSlide9.xml" Id="Ree7f3811c11b4f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634ea40c4e80" /><Relationship Type="http://schemas.openxmlformats.org/officeDocument/2006/relationships/image" Target="/ppt/media/image17.png" Id="Rbff9949ad8074939" /><Relationship Type="http://schemas.openxmlformats.org/officeDocument/2006/relationships/image" Target="/ppt/media/image18.png" Id="Rfd0d44744b4d49df" /><Relationship Type="http://schemas.openxmlformats.org/officeDocument/2006/relationships/image" Target="/ppt/media/image19.png" Id="R34d1cf4f88bc48cb" /><Relationship Type="http://schemas.openxmlformats.org/officeDocument/2006/relationships/notesSlide" Target="/ppt/notesSlides/notesSlide10.xml" Id="R99a2b97ea5cf49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2ad77576e482a" /><Relationship Type="http://schemas.openxmlformats.org/officeDocument/2006/relationships/image" Target="/ppt/media/image11.jpeg" Id="R6d42e049b6194ddd" /><Relationship Type="http://schemas.openxmlformats.org/officeDocument/2006/relationships/notesSlide" Target="/ppt/notesSlides/notesSlide11.xml" Id="Ra7d3aa5a0082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839337b9841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D208-FEF3-4C28-8DC9-BF35A01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60B50-2F74-4243-9769-9F1CE54E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60906-31EA-4C33-9C03-955772F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5BC7C-2E8F-45A2-8B16-1706444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953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6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70483-FAED-432F-BF67-AD3062DC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STORYBOARD DE MONTAJE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FCE46-0391-4510-A1EA-CB75149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288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575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4E8"/>
                </a:solidFill>
                <a:latin typeface="Arial"/>
                <a:ea typeface="Arial"/>
                <a:cs typeface="Arial"/>
              </a:rPr>
              <a:t>Guía visual para un video informativo de 60–90 segundos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63F73-3EB3-48C7-9CCF-C2A26F3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BBC8"/>
                </a:solidFill>
                <a:latin typeface="Arial"/>
                <a:ea typeface="Arial"/>
                <a:cs typeface="Arial"/>
              </a:rPr>
              <a:t>FORMATO FINAL 16:9 · 1920 × 1080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F18C9-79D4-4C38-9251-37462C0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67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C8FCC-4814-4788-8F8F-46945D6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148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4E8"/>
                </a:solidFill>
                <a:latin typeface="Arial"/>
                <a:ea typeface="Arial"/>
                <a:cs typeface="Arial"/>
              </a:rPr>
              <a:t>00:00 HOOK     00:17 API     00:39 FESTIVAL     00:50 COPA     01:12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D4475-9E70-48D4-AB31-8B46FE2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8BBC8"/>
                </a:solidFill>
                <a:latin typeface="Arial"/>
                <a:ea typeface="Arial"/>
                <a:cs typeface="Arial"/>
              </a:rPr>
              <a:t>Assets reales del paquete de investigación Weezy Icon Cup</a:t>
            </a:r>
          </a:p>
        </p:txBody>
      </p:sp>
    </p:spTree>
    <p:extLst>
      <p:ext uri="{BB962C8B-B14F-4D97-AF65-F5344CB8AC3E}">
        <p14:creationId xmlns:p14="http://schemas.microsoft.com/office/powerpoint/2010/main" val="57311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1E501-6F7F-41C1-A3DC-A6FE10F4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C08D1-8CE6-476F-9264-CDC80C88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BBC4A-9A52-4B27-B5A4-700580CD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D9BB6-2D16-4ACE-9F68-D643545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00:00–00:07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2FEE0-BE7F-46FF-89B6-1E11F536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Hook: Lil Wayne llega a Fortnite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FBA20-4481-448E-815D-EF7514F2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F1399-3AEF-4004-B0BC-1B34492C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FC83D-92F9-4F4B-8253-E05669CE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NAC a pantalla completa. El espacio rojo de la derecha sostiene el texto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13659-78B5-405C-8040-6870565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E1F1E-DD17-412E-BCDD-496F719F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 corte desde negro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00:00.3 entra el título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 sale con corte seco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0F58C-3419-45D6-B2B5-A37EB19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CEC04-FC9D-4AC8-AF7D-C919C8F8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Push-in lento 100% → 103%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Pulso corto en el resplandor naranja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deformar el arte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B496F-DA89-451F-9EE9-6C54F497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AA4D4-286C-4786-A21B-7AEBA99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F9F13-8536-4C9A-891F-0DFE0082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imagen funciona como plano de apertura. Mantén visible a Lil Wayne y la copa. El texto añadido es editable y sirve como propuesta de pantalla.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CADD7-DACA-4812-8005-8FE75C7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68A0A-0A5C-46B3-88F6-CC29274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36306-E9F5-49F2-997A-8335EFF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B876D-A518-4206-B7F3-5B173B2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“Lil Wayne está llegando a Fortnite y la Weezy Icon Cup ya tiene una pista muy fuerte.”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0B3B7-4D67-423D-AB69-96847B1C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6B5A6-AF8A-4D69-ACA5-E533FD0A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5B923-ECDC-45DF-A628-15E3324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en pantalla: “LA API REVELÓ EL PAQUETE”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Fondo musical + locución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92664-968F-4A25-AB51-2870517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D1DBB-BB01-49EB-BACB-1D21B536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01 · 00:00–00:07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0BA99-C650-4DC6-B7E4-608AE9F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10c8f4eb543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FA71D-E9D2-42DC-B206-CBD3280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36930-BE5A-4F0C-BEE4-36D4180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908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4312E-733C-4DDB-B07B-BCF97F9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17"/>
          </a:bodyPr>
          <a:lstStyle xmlns:a="http://schemas.openxmlformats.org/drawingml/2006/main"/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API REVELÓ</a:t>
            </a:r>
          </a:p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PAQUETE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90477-5DDE-4224-A75F-C43FB3F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863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04E408-3EC7-4BE1-AE93-D94BF96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43450"/>
            <a:ext cx="1924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ARTE OFICIAL · HERO NAC</a:t>
            </a:r>
          </a:p>
        </p:txBody>
      </p:sp>
    </p:spTree>
    <p:extLst>
      <p:ext uri="{BB962C8B-B14F-4D97-AF65-F5344CB8AC3E}">
        <p14:creationId xmlns:p14="http://schemas.microsoft.com/office/powerpoint/2010/main" val="1270094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645D7E-8CD1-43E7-8767-C3E12F5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EFD2A-FBA9-4176-9948-276594C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B54B1-C4D4-4870-986E-EAAA1FC0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0383C-A6BE-44A0-B6B4-7FFA3B0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F352D-528F-43EC-8C39-C22C1F9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Del reporte a la ficha oficial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AA069-D01C-451D-A037-7805F857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AC150-3890-41BC-A04E-B9B85385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F2BE0-C105-4ACD-B559-2F6154AD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Póster de FNcompReport primero. El arte oficial entra como confirmación visual en el segundo beat.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C1175-AC28-4B46-9B13-5DF612EE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11972-4DE6-4851-A9D1-7BDC8259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00:07–00:11 póster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00:11–00:17 ficha oficial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 fecha permanece 2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FEDC9-4067-4D60-8C7C-FC76CA75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8C92D-D2C7-43CF-8277-B69236A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Wipe horizontal del póster al arte Epic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 zoom-out en el segundo panel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limpio al siguiente plano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1ED99-BBB0-42FD-BA44-F1A6CAB7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4A7C-CEE1-41D6-9EA8-098C6B5D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2FA48-34C9-4942-A1E2-B0F4241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composición muestra la progresión de evidencia. La hora corresponde a NAC y debe verificarse en el cliente si cambia la región.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9E12D-44E7-4AC2-803D-996063D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4819E-A641-4A3F-87A4-99BF1D7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B83DF-ACC0-41F7-BDC8-F676984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F88DF-3BEB-438C-A344-5FB86D39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reporte adelantó una copa para el sábado 12 de septiembre. Ya no es solo un rumor: la ficha oficial la muestra para NAC.”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C98B2-79E3-4727-9CAD-C783D081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ED937-5BAC-4BC2-8075-A4326C3E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99AAF-E520-415B-80D2-2512D3FC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tournament-post.jpg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Texto: “NAC · 12 SEP · SOLO BR / ZB”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8B2FE-6DD3-4D30-A600-6A31C58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6C0CA-376C-40F0-B1F3-659F828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02 · 00:07–00:17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6CD9A-BA94-4094-9F48-D2272D35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4247a0ac94edf"/>
          <a:srcRect xmlns:a="http://schemas.openxmlformats.org/drawingml/2006/main" l="22922" t="0" r="22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51435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a1da9d1c14789"/>
          <a:srcRect xmlns:a="http://schemas.openxmlformats.org/drawingml/2006/main" l="27083" t="0" r="27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4191000" cy="5143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3BC62-3EA4-48CA-95F4-EA6BFFF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0"/>
            <a:ext cx="3429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0B134-3166-4DF7-B9F8-CECEFED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REPORTE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5BA0A-32F7-4515-8A80-E622E1B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9A399-8BBE-410D-96F0-CA407D0F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C4A23-121A-413C-8E6F-F7E0154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957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37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NAC · 12 SEP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SOLO BR / SOLO ZERO BUILD</a:t>
            </a:r>
          </a:p>
        </p:txBody>
      </p:sp>
    </p:spTree>
    <p:extLst>
      <p:ext uri="{BB962C8B-B14F-4D97-AF65-F5344CB8AC3E}">
        <p14:creationId xmlns:p14="http://schemas.microsoft.com/office/powerpoint/2010/main" val="1614922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122FAB-2C2A-476C-B0E5-F9E51B0F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FBFC4-A5D2-42E5-96CB-4A459DCC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CDFBD-7701-487B-A73C-E943861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21D41-F7B2-4B0E-B3FA-66FE8E8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00:17–00:25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3A1FC-F62E-4941-8DAD-A96DAB3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La búsqueda exacta devuelve 13 objetos BR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DF304-4FC3-4294-8D57-917AFBA7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23F5A-C637-4891-859E-B893262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1E280-CFB4-44EE-A169-5EDF01E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renders de atuendo sobre la pantalla de carga. El título fija el hallazgo principal.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A1B68-E41A-4D70-B5C9-EFF0CEDA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93EA1-BB40-4B71-B4E3-AC8651EB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00:19 entra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00:21 aparece “13 OBJETOS BR”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 corta a accesorios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C3F6B-A0A8-4866-BB76-FB39830C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29079-2795-4364-81AE-9A16FB4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 escalonada con escala 92% → 100%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Glow naranja muy sutil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Parallax de fondo al 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D53A3-0C25-493C-83BD-8C9300B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F9917-729A-43B0-B529-DDEC386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DA6C4-5D1B-4A96-81BB-AC4EA1B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registros del catálogo. La diapositiva no afirma disponibilidad en tienda ni premio automático.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46762-00B9-4EB7-BF70-758239F0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310D3-3D49-41FA-88AA-FD4884D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2068E-035F-4712-B48E-AF43445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CA69D-5AB6-49B5-BE82-3C2B373D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búsqueda exacta del set Lil Wayne devuelve 13 objetos de Battle Royale.”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7B6A5-0E50-4A29-9EBF-B524424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CFA01-A3CB-4CFF-88B1-C7881FE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0018E-C33E-4CA2-96DC-1F26A5C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66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loadingscreen-noiseclue-images.other.background.png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character-noisecluelurch-images.featured.png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editable: “SET LIL WAYNE · 13 OBJETOS BR”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1E140-D1EC-4D2D-B811-B5B1263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4059D-CDCD-4B01-A50F-98CB679C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03 · 00:17–00:25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59F65-AAB2-42FC-909D-66AE6F1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4242e1fa04325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30825-7F1F-4830-A112-2D28CB4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4CFEF-05A0-4BA7-BE46-2625DE42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F38F4-E949-4D61-B3DB-0A408E9C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LIL WAYNE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87C93-F234-4165-86BB-06B6EF31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971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13 OBJETOS BR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b891a650a4b12"/>
          <a:stretch xmlns:a="http://schemas.openxmlformats.org/drawingml/2006/main"/>
        </p:blipFill>
        <p:spPr>
          <a:xfrm xmlns:a="http://schemas.openxmlformats.org/drawingml/2006/main">
            <a:off x="762000" y="1547813"/>
            <a:ext cx="3238500" cy="323850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5d542a2454fa2"/>
          <a:stretch xmlns:a="http://schemas.openxmlformats.org/drawingml/2006/main"/>
        </p:blipFill>
        <p:spPr>
          <a:xfrm xmlns:a="http://schemas.openxmlformats.org/drawingml/2006/main">
            <a:off x="5238750" y="1547813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F4CAD-70C1-42C5-8491-9C2CF73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82694-60C1-4286-9689-83EB3DCA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482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· SKIN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A9A04F-C058-4F3B-A930-5C5A630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B6684-2AE6-4015-A4EE-2BF63C61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48200"/>
            <a:ext cx="1781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 · SKIN</a:t>
            </a:r>
          </a:p>
        </p:txBody>
      </p:sp>
    </p:spTree>
    <p:extLst>
      <p:ext uri="{BB962C8B-B14F-4D97-AF65-F5344CB8AC3E}">
        <p14:creationId xmlns:p14="http://schemas.microsoft.com/office/powerpoint/2010/main" val="1727635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0544AC-9EBD-4BF4-B412-AA9E978C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2DE3-AF12-472C-ACAA-083AD96E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CC45D-2998-4FD4-AFAC-16D0E40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3AFF1-A0AD-499B-BB51-D0AAEEF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18837-C541-4575-B9D4-095093C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Primer burst de accesorios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39506-C683-4A5C-8464-C29447C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08443-16B2-4F9B-A980-4782AD0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88789-4F26-49B8-B56D-437CE98B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Montaje rápido de mochila, pico, ala delta, envoltura y emoticono sobre fondo limpio.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3978E-9DBA-4F80-896C-54E180A7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8369-261B-40E4-9A4F-F2A6060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00:25–00:26 mochila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00:26–00:27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00:27–00:28 ala delta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00:28–00:30 resto del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29E3-4548-46C8-A5E0-7E3472CF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05702-2888-4F07-9564-187BFCB0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Pop-in por golpes de beat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Rotación ligera solo en el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Speed-ramp al pasar de izquierda a derecha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E0A05-5040-422F-B320-EEB1077C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730F9-7392-4244-A89F-2AD87DB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23627-D427-4A76-A158-8279944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Cada objeto conserva su proporción. Las etiquetas indican el tipo de cosmético para facilitar la edición.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F2B9C-4910-4DC1-BF73-82B7CEA2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16ACC-81BA-4F12-9531-57A7810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048E8-EF88-4363-9869-B0F7456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07DE4-8E7A-428A-85B5-9010BEC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“También aparecen accesorios mochileros, picos, un ala delta, una envoltura y un emoticono.”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E7AB4-75DD-4B45-9F77-5CA244D3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D80D5-065F-4A8A-A997-A776F2D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BA3D9-A8E5-49C3-A3D2-E0893416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 · accesorio mochilero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Boardbreaker · pico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Young Money Stage · ala delta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Burner · envoltura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C922E-D77D-4B51-964A-8F936A9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0783F-6917-4780-AE9C-E52ACC0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04 · 00:25–00:30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6F65C-BEED-47D8-B0DF-7E9D484F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6E901-6719-4693-8424-AA4C4EC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90A0A"/>
              </a:gs>
              <a:gs pos="58000">
                <a:srgbClr val="410E0E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D7843C-F702-444F-A6AD-836281A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42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ACCESORIOS DEL SET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6efaaaa524d0f"/>
          <a:stretch xmlns:a="http://schemas.openxmlformats.org/drawingml/2006/main"/>
        </p:blipFill>
        <p:spPr>
          <a:xfrm xmlns:a="http://schemas.openxmlformats.org/drawingml/2006/main">
            <a:off x="304800" y="14287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04d83b0324388"/>
          <a:stretch xmlns:a="http://schemas.openxmlformats.org/drawingml/2006/main"/>
        </p:blipFill>
        <p:spPr>
          <a:xfrm xmlns:a="http://schemas.openxmlformats.org/drawingml/2006/main">
            <a:off x="2095500" y="1471613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c92be45ae4a50"/>
          <a:stretch xmlns:a="http://schemas.openxmlformats.org/drawingml/2006/main"/>
        </p:blipFill>
        <p:spPr>
          <a:xfrm xmlns:a="http://schemas.openxmlformats.org/drawingml/2006/main">
            <a:off x="3857625" y="146685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e642fd66747ae"/>
          <a:stretch xmlns:a="http://schemas.openxmlformats.org/drawingml/2006/main"/>
        </p:blipFill>
        <p:spPr>
          <a:xfrm xmlns:a="http://schemas.openxmlformats.org/drawingml/2006/main">
            <a:off x="5810250" y="1390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1785b76554e1e"/>
          <a:stretch xmlns:a="http://schemas.openxmlformats.org/drawingml/2006/main"/>
        </p:blipFill>
        <p:spPr>
          <a:xfrm xmlns:a="http://schemas.openxmlformats.org/drawingml/2006/main">
            <a:off x="7429500" y="1352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FA9A0-89A9-4069-9C19-0CE0A9D5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F6559F-DD02-4B7D-8B2D-C634B8B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MOCHILA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886A3-DA09-4396-AE2E-65374EB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AA511-7130-4E57-842B-7EC78A3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373407-E21F-451E-AACC-5EDA71D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7E8E6-F50B-4844-B363-42D9BE9B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099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ALA DELTA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6015A3-3601-48FC-B38F-B697A4C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52800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F2CA2-4F8A-4BD6-BD9D-B21C40C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09950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ENVOLTURA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78BEF6-D6E1-4178-8113-2874E0F4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146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AED659-CA39-4EC3-BB40-BA643F8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EMOTICONO</a:t>
            </a:r>
          </a:p>
        </p:txBody>
      </p:sp>
    </p:spTree>
    <p:extLst>
      <p:ext uri="{BB962C8B-B14F-4D97-AF65-F5344CB8AC3E}">
        <p14:creationId xmlns:p14="http://schemas.microsoft.com/office/powerpoint/2010/main" val="595075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0E3D1C-0D3B-4C6B-B34F-22D87528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6DC49-5E19-464F-8D48-678FAD9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00E61-E962-446E-B45C-A016AFE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F1B64-3E26-47A3-8113-8284EC0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00:30–00:39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360C4-966E-4B9F-A4B4-580E8BE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 las dos skins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9884E-2F63-4DB1-84C3-911DC34A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82B55-38BF-469C-824B-2769E98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C8058-443D-49EC-A941-44667923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skin principal ocupa el centro. Las miniaturas muestran la existencia de variantes sin inventar nombres.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F4BF9-DBD2-4918-A832-01FF9109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76511-33C2-43FE-AD8A-2F43A26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00:32 recorren variantes 01–04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00:35 cambia 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sale todo el bloque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710FA-244F-4A49-83D8-A2BEFEF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64A9E-3007-45AD-B1B1-2B57BC1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Carrusel de miniaturas con desplazamiento corto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Zoom de 108% en una variante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Cross-dissolve al bloque Festival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6A31-0E94-484D-87EA-67ADEF6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D5639-F203-4B92-8D1D-7133866A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1335F-2B92-4EE7-B54A-6859A37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Usar nombres genéricos de variante en pantalla evita afirmar una correspondencia que la API no describe textualmente.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252BB-380A-4FB3-8D6F-2B49212B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A0AAB-D1E3-40AC-8BD3-3507204E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33DF6-49D3-4FD4-B045-D5D7204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E67CA-B38C-4C6A-A65E-1ABBE68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skin Weezy tiene variantes de sombrero, gafas, camiseta sin mangas y reactividad. La segunda también tiene variantes de gafas y reactividad.”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86F6B-6882-4081-8F9C-48DD620A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2DF1B-4DC7-48C3-B973-54A9A459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D27E2-391E-4211-9DAC-9226E97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7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4 miniaturas de variantes de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2 miniaturas de variantes de Lil Wayne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Rótulos: “VARIANTE 01” a “VARIANTE 04”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02815-FBE7-4F75-B62B-EED3698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EB64E-369D-472D-B4BC-DD2A3874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05 · 00:30–00:39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E9BF5-3454-406F-A976-3AFC7A5F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E8D74-A3C1-4D06-9D53-24A4D07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1473D-5F16-48F9-B848-EBC13B6D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BB451-4D98-4B8E-8DF7-0B39153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fc5829bbc478d"/>
          <a:stretch xmlns:a="http://schemas.openxmlformats.org/drawingml/2006/main"/>
        </p:blipFill>
        <p:spPr>
          <a:xfrm xmlns:a="http://schemas.openxmlformats.org/drawingml/2006/main">
            <a:off x="723900" y="1023938"/>
            <a:ext cx="2524125" cy="252412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5dec13dd747c0"/>
          <a:stretch xmlns:a="http://schemas.openxmlformats.org/drawingml/2006/main"/>
        </p:blipFill>
        <p:spPr>
          <a:xfrm xmlns:a="http://schemas.openxmlformats.org/drawingml/2006/main">
            <a:off x="33813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AE439-4BB7-4D9E-ACB6-73CF2AA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8EDD0B-47D2-455B-9B63-D204286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5e8107b854b7b"/>
          <a:stretch xmlns:a="http://schemas.openxmlformats.org/drawingml/2006/main"/>
        </p:blipFill>
        <p:spPr>
          <a:xfrm xmlns:a="http://schemas.openxmlformats.org/drawingml/2006/main">
            <a:off x="43910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4B636-DC4F-46AC-BC02-B8A836C3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CF05A-7CB1-49AC-B27B-8C4285E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57aaaf6d4c9c"/>
          <a:stretch xmlns:a="http://schemas.openxmlformats.org/drawingml/2006/main"/>
        </p:blipFill>
        <p:spPr>
          <a:xfrm xmlns:a="http://schemas.openxmlformats.org/drawingml/2006/main">
            <a:off x="54006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F775A1-2B23-4135-B9EC-89BA1E4D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E49D0-7390-4324-B837-7E49A89D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5a3cbee854ab9"/>
          <a:stretch xmlns:a="http://schemas.openxmlformats.org/drawingml/2006/main"/>
        </p:blipFill>
        <p:spPr>
          <a:xfrm xmlns:a="http://schemas.openxmlformats.org/drawingml/2006/main">
            <a:off x="64103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93AC1-A712-46DE-9477-E6DBCFE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CF8D22-78B8-464E-B4FB-94CE19E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1D4C36-22BC-4AAF-AAB5-42CF8F4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3e45a416648bf"/>
          <a:stretch xmlns:a="http://schemas.openxmlformats.org/drawingml/2006/main"/>
        </p:blipFill>
        <p:spPr>
          <a:xfrm xmlns:a="http://schemas.openxmlformats.org/drawingml/2006/main">
            <a:off x="5619750" y="2352675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c3f1e30c54ab8"/>
          <a:stretch xmlns:a="http://schemas.openxmlformats.org/drawingml/2006/main"/>
        </p:blipFill>
        <p:spPr>
          <a:xfrm xmlns:a="http://schemas.openxmlformats.org/drawingml/2006/main">
            <a:off x="7239000" y="235267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B4890F-5DFF-48F1-80CA-D0761F7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3D972-B9D0-4533-9FF8-9F6D476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433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DEL REGISTRO</a:t>
            </a:r>
          </a:p>
        </p:txBody>
      </p:sp>
    </p:spTree>
    <p:extLst>
      <p:ext uri="{BB962C8B-B14F-4D97-AF65-F5344CB8AC3E}">
        <p14:creationId xmlns:p14="http://schemas.microsoft.com/office/powerpoint/2010/main" val="726159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8F4540-65D6-4E2E-B2BA-44B3357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E8EAF-96E6-4A45-AC5B-5271E797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F611-6DC7-44F9-8E02-A1ABA84E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CED29-4620-4839-87BF-05CE82D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00:39–00:50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64172-41E1-4F4A-B3ED-02DB7BB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Bloque Festival: canciones e instrumento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A560-1CB1-4570-A105-FE4C3749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116E-0CC9-4AE1-84F6-3637CAEB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9C152-BB50-4FFE-8B8B-1EFEF85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carátulas entran como cards de catálogo. La guitarra se convierte en el ancla visual del cierre del bloque.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2423E-CD74-49C1-AEDE-02AE0C7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AB4C7-1512-4156-9EBC-D827073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primera carátula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00:42 segunda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00:45 tercera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00:47 guitarra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corte a torneo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0E2E8-EE8E-4EF0-9610-972ED24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A811D-F915-484A-8C74-8124F4A1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Cards con stagger de 180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Pan suave sobre las carátulas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guitarra entra desde abajo con rebote corto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6FF96-BDFB-4C8F-AD29-A20D603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F4EB1-8F4B-46EA-9F5E-862B53DF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B8782-AF11-4D22-A07E-E7731C7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recursos catalogados. No usar el plano para afirmar que ya están a la venta.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DD155-E5A5-46D5-BC22-01B8B84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78007-4D50-40DF-9527-EF357147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A789C-0208-40D9-AF57-B65C703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7FFD5-7C58-44EE-BF37-FC0A6278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paquete también trae tres canciones de Festival: Lollipop, A Milli y 6 Foot 7 Foot. Además aparece Tha Guitar.”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09356-EDF2-4AA7-A940-C4FC99D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BDFF2-8FA2-437B-978D-194DEBAE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8AB03-803E-4149-B89D-4C9D5DD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03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sid-placeholder-870-albumart.jpg · Lollipop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sid-placeholder-871-albumart.jpg · A Milli (2023 Remix)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sid-placeholder-872-albumart.jpg · 6 Foot 7 Foot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pickaxe-noiseclue-guitar-images.featured.png · Tha Guitar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90DCC-BB36-467D-A805-49A28FC8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9BCBB-1DA5-437B-B5B5-A267B76C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06 · 00:39–00:50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46E44-D70A-4460-8F35-086465C6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2808B-CF15-404B-A7DD-B6804DC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090C"/>
              </a:gs>
              <a:gs pos="60000">
                <a:srgbClr val="371317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5905D4-610B-42B0-9D46-57A6F660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FESTIVAL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24643-463E-48F1-A380-34B16537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B14A"/>
                </a:solidFill>
                <a:latin typeface="Arial"/>
                <a:ea typeface="Arial"/>
                <a:cs typeface="Arial"/>
              </a:rPr>
              <a:t>3 tracks + 1 instrumento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878ec1c1c49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23beb8ce941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1934dbf9347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15621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B8C1C-7D28-4331-AFA4-3FD1B6E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0F25D-FC89-4BC0-9E92-35859AD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9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LOLLIPOP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65BDD-20DD-44C6-BF1D-3738CF5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33759-C4CF-425F-8BE1-19B33704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 MILLI · REMIX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0F7FE-0D2D-4B5C-B989-FBB14916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326651-5D5F-41EC-9C38-7CC682A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6 FOOT 7 FOOT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e896a68734a87"/>
          <a:stretch xmlns:a="http://schemas.openxmlformats.org/drawingml/2006/main"/>
        </p:blipFill>
        <p:spPr>
          <a:xfrm xmlns:a="http://schemas.openxmlformats.org/drawingml/2006/main">
            <a:off x="6267450" y="1376363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5671D9-A9B8-47F5-AFCC-1B167E7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62400"/>
            <a:ext cx="2714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2E3778-B438-4DD6-94DA-7D3FA6D3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543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THA GUITAR · INSTRUMENTO</a:t>
            </a:r>
          </a:p>
        </p:txBody>
      </p:sp>
    </p:spTree>
    <p:extLst>
      <p:ext uri="{BB962C8B-B14F-4D97-AF65-F5344CB8AC3E}">
        <p14:creationId xmlns:p14="http://schemas.microsoft.com/office/powerpoint/2010/main" val="1484041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0DB779-0758-4127-B2D9-112B3A6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4924E-8CF1-4CB8-85D7-EBB348E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53EF9-B513-4859-B5F7-910998A3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6B94-9E3C-4E01-AF57-1058D592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00:50–00:57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AE504-8C01-4735-8B8F-C214F91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Ficha de la copa para NAC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B0313-DD46-458F-8924-D8A6835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8281E-D5E3-4175-B3EB-0252FD8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92F86-C731-4B9C-B010-9DEE738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como fondo. Tarjeta editable con región, fecha, horario, modos y límite de partidas.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726F1-3E16-4A27-8718-E0964011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7394E-5608-4CB5-ADBD-B0B2D6C6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entra tarjeta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00:52 se revela horario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 modos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corte a puntuación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0AF6E-AAC4-4C96-83B4-C18750D0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A319A-4844-4426-8E12-14EA0F9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Tarjeta sube 16 px y se asienta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aparecen por bloques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con playhead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ED4E3-54A4-443C-957C-D6D2668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45552-35CE-404C-8DCE-C8A54C2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21C62-28E2-47AA-AAF5-D98E5076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El teaser original se conserva como MP4 en la carpeta de assets. Aquí se muestra su miniatura para ubicarlo en el montaje.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CB44A-0F6D-4771-846D-98D416D2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21CF6-D6F1-453E-AF7D-F3E43CB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F668E-F39D-40C1-BA34-50CF88B1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08F58-81C0-45B5-BF4F-8B6FCB2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ficha del evento indica hasta 11 partidas. Es para NAC, el sábado 12 de septiembre, de 5:00 a 8:00, en Solo Battle Royale y Solo Zero Build.”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840B2-3837-40B4-9F60-7224F48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7AB4C-564F-49F0-B61E-092044F9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6D9C9-82A3-4EBC-B103-3FB5F1AA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official-teaser-thumb.jpg · marcador de clip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 ·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ABB4A-CD76-4A0E-9C70-B9C1E90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C83F6-31D4-4A97-A1F1-2E63356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07 · 00:50–00:57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2A451-86AF-47F8-A8F6-F3E2525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89778f2db43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63DBF-2616-47D0-AA5A-637E37AD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418EB-F7DA-417F-B0CE-EF7DE07D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44767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C741B-2ABD-430E-A57F-D1ED2A6F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059B2-647E-4C43-BBA8-AA7E0D6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A976A-67C2-44AD-B083-5F31292A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66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32601-EA09-4C3D-B3F5-AF39E22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FFA0D-05C1-46D6-9EB0-2AA644D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571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5:00–8:00 PM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SOLO BR · SOLO ZERO BUILD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HASTA 11 PARTIDAS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A3A7E4-F3D9-4779-9D1A-1207E4C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8090D">
              <a:alpha val="84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4785d4faf4835"/>
          <a:srcRect xmlns:a="http://schemas.openxmlformats.org/drawingml/2006/main" l="13734" t="0" r="137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638550"/>
            <a:ext cx="933450" cy="723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C2B1CE-6C71-4A02-B2CC-7E6DBFC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CLIP OFICIAL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9.8 s aprox.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DAB02D-2267-41E3-9AED-F1A8E6A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D7E2C7-4183-4814-B6C5-A183CBD1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▶ REFERENCIA MP4</a:t>
            </a:r>
          </a:p>
        </p:txBody>
      </p:sp>
    </p:spTree>
    <p:extLst>
      <p:ext uri="{BB962C8B-B14F-4D97-AF65-F5344CB8AC3E}">
        <p14:creationId xmlns:p14="http://schemas.microsoft.com/office/powerpoint/2010/main" val="1059920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19F48C-1FBF-4DC9-9AF6-56C1F26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46958-54A6-4E80-985B-BA64C52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DFF9-2162-463D-B206-417F47BD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9870D-834A-4DD6-B2F7-51BFD16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00:57–01:05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6823-3422-43B8-AE78-87432090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Puntuación y desempates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59F5-B623-4A2E-A13E-356187E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AB01A-E4AC-40EF-9726-7A6B3B13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EFA56-305D-45AB-B8A9-4A05012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Tabla de puntuación como texto editable, apoyada por el arte oficial en baja opacidad.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D8406-1962-4020-926E-166F6E09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B6B4C-B9D7-4488-8C49-710586A5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aparece Victoria +7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00:59 suma colocaciones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01:02 entra Elim +2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pasa a premios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77C81-C71D-4DAB-915B-4269F7B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559BA-1409-483E-9A09-434A1ED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Count-up de números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Flash naranja en “+2” de eliminación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tabla entra por filas, no toda de golpe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BA34F-6D35-42D8-9D9C-6F4A83C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42A4D-687A-4671-87A4-02B7B81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6DDF3-05D1-45CC-BBDE-F1F8DAF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tabla refleja el feed público consultado. El reglamento específico puede actualizarse antes del torneo.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05EE8-B43D-4C26-9D02-AA2CC87E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7550E-3341-4096-B4CD-2562CBA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845B3-9D26-440E-99AD-232DE7A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F94CF-C5C4-4C79-BA2F-A1B2281E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“Victoria Royale: 7 puntos. Segundo: 4. Tercero: 2. Del cuarto al 50: 1. Cada eliminación suma 2.”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A32A2-5CB4-4169-9AC8-6C03DA37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EA304-8F22-43FB-85B5-60A931E2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F4587-7BB0-45EE-B9D9-FF49CFB6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 oscuro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Tabla editable de puntos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destacado: “MÁX.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EA42F-2C9B-4B1B-BD41-A261C494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73878-8023-4D95-8575-791D11F3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08 · 00:57–01:05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7F0EA-D914-4453-B0A3-C58F834E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4ec59d4eb40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A6417-75C4-4831-BA87-B7961E5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C73C0-6A84-4AC0-8B40-C7CEB954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PUNTUACIÓN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A4A98-2AB5-442A-B05B-ACF539F2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3276B-979A-4EEA-A51F-D1B8836B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27B70-103F-44B1-891B-8D34EDD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VICTORIA ROYALE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977367-80FF-4CC6-89DD-25D8FB65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33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+7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204A0-06D0-454F-AD69-5F5AF58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23EB52-62F5-4350-A189-37C7CEE0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1BC55A-D066-46BD-B168-A0E43F0D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2.º LUGAR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5FD5F-9E0A-4C68-BF88-C84C400D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68D93-548B-46C3-8083-3323CE83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BC7CB1-E3FD-4022-9B12-65E291D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42FE8-FEE5-487F-853D-4DA6C74F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3.º LUGAR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AACD0F-24D0-4F00-9E93-9254DDF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0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F088D-1CE2-4081-B5A7-E5F79AFA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1629B-1E76-4C7A-A959-B8A4A36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43EB13-7B4F-4CEC-BB7C-641E268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4.º–50.º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12744A-B6B7-4BA2-8EF4-18F0ADFE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33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6F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91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29F209-E359-46FC-9DB4-BD24580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9E28F0-3D12-4867-AD86-657F581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FE7A5F-6583-44BA-858D-F624168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5964A0-DC39-4AEC-84CC-FE77018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11B327-EEEB-4927-AB02-2DEE308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7241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EA31CF-ACCF-410D-9328-84C90F4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MÁXIMO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ABA2FB-ABF3-4A99-9FEB-7287D003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BBC8"/>
                </a:solidFill>
                <a:latin typeface="Arial"/>
                <a:ea typeface="Arial"/>
                <a:cs typeface="Arial"/>
              </a:rPr>
              <a:t>Desempate: victorias · promedio de eliminaciones · colocación · tiempo con vida</a:t>
            </a:r>
          </a:p>
        </p:txBody>
      </p:sp>
    </p:spTree>
    <p:extLst>
      <p:ext uri="{BB962C8B-B14F-4D97-AF65-F5344CB8AC3E}">
        <p14:creationId xmlns:p14="http://schemas.microsoft.com/office/powerpoint/2010/main" val="1944101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71C538-A420-41C5-9389-14687F4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1BE2A-2FCA-4E88-8F4B-AA679E3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289D9-AFC4-4C1A-A1A2-5D3FD33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E777F-21DB-4B86-BFBE-A4BFF3A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01:05–01:12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FF475-0C15-4095-9284-8D9B8A0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Premios identificados en el feed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3AAB4-81E1-4331-82DA-71CD4456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40144-35B1-45F4-81D2-A46B2F8A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9A501-825B-4D26-8E98-D7FB097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6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Recompensa de Top 700 a la izquierda. Premio por puntos a la derecha. Los nombres permanecen separados.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031A5-BB39-4265-903A-0C1B296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297AE-86C4-4BFE-A1B3-15BD400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aparece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01:08 aparece YM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01:10 disclaimer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transición al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5E20D-3695-4089-9890-1B914979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668A2-A478-40B9-B287-BFB45BB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Reveal con máscara vertical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Pequeño scale-up en Weezy Board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emoticono entra con bounce de 2 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79B97-C24B-4137-B6DA-CDFC5F6C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1F14E-EB5C-439B-BBEF-6EFC428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28422-2303-430B-9234-3F764BFA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No mostrar las dos skins como premio. El texto conserva la distinción entre el lote Weezy y el emoticono YM.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1137B-9F47-44A4-8994-15D04DA0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5D12E-8BEA-47CE-9C50-7F0D1D7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656DB-75F6-4BA1-9C5D-A121159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B06A3-CCC1-4EAE-8B87-03B315A2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Top 700 recibe acceso a Weezy y Weezy Board. Alcanzar 8 puntos entrega el emoticono YM.”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82E74-9C5A-4084-8CE0-7C80C4C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AA0AD-D180-4D5C-8A55-C70A420B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0F7A1-943C-4B6F-AA13-B161D397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09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 · detalle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backpack-noisecluegust-images.featured.png · Weezy Board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emoticon-noiseclue-images.smallicon.png · YM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Textos: “TOP 700” y “8 PUNTOS”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3EF2D-CFCD-4638-A380-D0B8D31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088CF-803A-430D-90B6-8973FCDF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09 · 01:05–01:12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7B01D-32CB-4314-BE63-591AC17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D7543-6785-4C17-989E-142FB36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A0D"/>
              </a:gs>
              <a:gs pos="55000">
                <a:srgbClr val="3A0D12"/>
              </a:gs>
              <a:gs pos="100000">
                <a:srgbClr val="0A0B10"/>
              </a:gs>
            </a:gsLst>
            <a:lin ang="7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39331-0A52-4816-9DDB-C8B6E45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F3EE-694A-42AF-8303-5A273C07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906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D9269-C851-4224-8A5B-4D1299B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4000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B9192-AD35-42BB-8E33-17F326F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2DE42-2499-4873-920F-1DF7628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9949ad8074939"/>
          <a:stretch xmlns:a="http://schemas.openxmlformats.org/drawingml/2006/main"/>
        </p:blipFill>
        <p:spPr>
          <a:xfrm xmlns:a="http://schemas.openxmlformats.org/drawingml/2006/main">
            <a:off x="609600" y="20002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d44744b4d49df"/>
          <a:stretch xmlns:a="http://schemas.openxmlformats.org/drawingml/2006/main"/>
        </p:blipFill>
        <p:spPr>
          <a:xfrm xmlns:a="http://schemas.openxmlformats.org/drawingml/2006/main">
            <a:off x="2333625" y="1857375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164981-4F93-4BDD-9EF5-4347069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+ WEEZY 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97CFA8-0D60-4CDE-975D-FD6ABEB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3619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99032-C0BE-457B-8E44-C0170DA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8590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91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5C407-2D0D-4B78-9CDC-15F5DCBB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430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1cf4f88bc48cb"/>
          <a:stretch xmlns:a="http://schemas.openxmlformats.org/drawingml/2006/main"/>
        </p:blipFill>
        <p:spPr>
          <a:xfrm xmlns:a="http://schemas.openxmlformats.org/drawingml/2006/main">
            <a:off x="5924550" y="1981200"/>
            <a:ext cx="1790700" cy="17907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75CC80-174D-4E68-8327-DD0B5A1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</p:spTree>
    <p:extLst>
      <p:ext uri="{BB962C8B-B14F-4D97-AF65-F5344CB8AC3E}">
        <p14:creationId xmlns:p14="http://schemas.microsoft.com/office/powerpoint/2010/main" val="17567258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0B2CBE-1416-4D52-8E69-0D41F64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D4BF0-8705-4F12-88F1-C51265A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B503C-AFA9-42B8-AAE6-A6E564A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26EC-DEC2-4D88-BB14-9CE40C4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01:12–01:24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176A7-FF9F-4F76-8A46-04F5108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Cierre responsable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08DB-F7B2-41B7-9E91-6834E32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2044-01BE-463F-978D-B5CCC53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CD5C5-BEE5-492F-B7E5-B603304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o último frame del clip. Tarjeta final con datos confirmados y caveat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7E61E-F1F3-4963-BEEE-C02325D5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415F6-D041-4F80-9DC9-2BCEE6E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congela último frame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01:14 entra tarjeta final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01:20 baja música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01:24 fundido a negro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8FF2E-4246-4C74-B093-A8F49284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16181-A81D-4FFD-9CBC-39920C1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5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Freeze de 8 frames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 fade-up de 240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Ken Burns mínimo sobre la miniatura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Fade-out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C633C-8E80-4C11-8F48-8657C2C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23D82-D2AE-43C4-AE76-521B53E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714E3-0DCB-4EA7-8F71-2DA7718D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Mantener la frase de verificación. El reglamento específico y los premios pueden cambiar antes de comenzar.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9D553-8DB0-4C2A-84AD-5B9224D8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839CE-4501-4D18-9258-8B6B6AEE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9C89B-A0E0-45A2-A87F-EE009F2C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7ACB6-1720-44BA-BABC-AF5B199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copa está listada oficialmente. Conviene comprobar el reglamento específico y cómo se reflejarán las recompensas en cada región.”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CAB07-18C6-431E-AF60-FB05B6B0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27090-120D-4E2E-B2DC-7265E98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F1F27-3B9E-4B08-91D3-627916DA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1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official-teaser-thumb.jpg o último frame de official-teaser.mp4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Caveat: “Verifica reglamento y premios en el cliente”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EC9AE-051E-4789-BD99-629DA87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49731-20BF-45D9-840F-5BBE811D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10 · 01:12–01:24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9A480-2681-4F90-AC28-0BDC2300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2e049b6194d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08EC7-6171-4EC6-8270-6B99594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5D255E-A3F5-4F6B-9534-DFC918C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809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75A6E-7FDA-4BF5-A139-6C4D278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525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5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LISTADA OFICIALMENTE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01E7E-843D-4412-92CB-117BB30F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 · 12 SEP · 5–8 PM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A5F1DC-7C43-4A6D-BCAE-5E7BA1E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78CFC-A750-4054-AB76-99E50C86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VERIFICA REGLAMENTO Y PREMIOS EN EL CLIENTE</a:t>
            </a:r>
          </a:p>
        </p:txBody>
      </p:sp>
    </p:spTree>
    <p:extLst>
      <p:ext uri="{BB962C8B-B14F-4D97-AF65-F5344CB8AC3E}">
        <p14:creationId xmlns:p14="http://schemas.microsoft.com/office/powerpoint/2010/main" val="1757066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2026-09-10T17:19:32.9460000Z</dcterms:created>
  <dcterms:modified xsi:type="dcterms:W3CDTF">2026-09-10T17:19:32.9460000Z</dcterms:modified>
</coreProperties>
</file>