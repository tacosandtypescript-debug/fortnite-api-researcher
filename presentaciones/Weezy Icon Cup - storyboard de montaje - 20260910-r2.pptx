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fa11cdccf4797" /><Relationship Type="http://schemas.openxmlformats.org/officeDocument/2006/relationships/extended-properties" Target="/docProps/app.xml" Id="Ra1c17d8c49064155" /><Relationship Type="http://schemas.openxmlformats.org/officeDocument/2006/relationships/officeDocument" Target="/ppt/presentation.xml" Id="Rfbe2fc1806964a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eb1b54a16440a"/>
  </p:sldMasterIdLst>
  <p:notesMasterIdLst>
    <p:notesMasterId xmlns:r="http://schemas.openxmlformats.org/officeDocument/2006/relationships" r:id="Rdc1bf473b3d140d3"/>
  </p:notesMasterIdLst>
  <p:sldIdLst>
    <p:sldId xmlns:r="http://schemas.openxmlformats.org/officeDocument/2006/relationships" id="256" r:id="R4564aae082854bc6"/>
    <p:sldId xmlns:r="http://schemas.openxmlformats.org/officeDocument/2006/relationships" id="257" r:id="R388457df51a54184"/>
    <p:sldId xmlns:r="http://schemas.openxmlformats.org/officeDocument/2006/relationships" id="258" r:id="Rca32bbecdb344e5f"/>
    <p:sldId xmlns:r="http://schemas.openxmlformats.org/officeDocument/2006/relationships" id="259" r:id="R28400cb8a2654930"/>
    <p:sldId xmlns:r="http://schemas.openxmlformats.org/officeDocument/2006/relationships" id="260" r:id="Rf5131fe289cc4034"/>
    <p:sldId xmlns:r="http://schemas.openxmlformats.org/officeDocument/2006/relationships" id="261" r:id="Ra47059b14a5a4d8f"/>
    <p:sldId xmlns:r="http://schemas.openxmlformats.org/officeDocument/2006/relationships" id="262" r:id="Rf255055368e54a51"/>
    <p:sldId xmlns:r="http://schemas.openxmlformats.org/officeDocument/2006/relationships" id="263" r:id="R4ed246b77107480f"/>
    <p:sldId xmlns:r="http://schemas.openxmlformats.org/officeDocument/2006/relationships" id="264" r:id="R84dda114b7334991"/>
    <p:sldId xmlns:r="http://schemas.openxmlformats.org/officeDocument/2006/relationships" id="265" r:id="Rd7873a71246d48ff"/>
    <p:sldId xmlns:r="http://schemas.openxmlformats.org/officeDocument/2006/relationships" id="266" r:id="Ra08af625354b44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f799d7bc44778" /><Relationship Type="http://schemas.openxmlformats.org/officeDocument/2006/relationships/slideMaster" Target="/ppt/slideMasters/slideMaster1.xml" Id="Ra27eb1b54a16440a" /><Relationship Type="http://schemas.openxmlformats.org/officeDocument/2006/relationships/notesMaster" Target="/ppt/notesMasters/notesMaster1.xml" Id="Rdc1bf473b3d140d3" /><Relationship Type="http://schemas.openxmlformats.org/officeDocument/2006/relationships/presProps" Target="/ppt/presProps.xml" Id="R4907168feaeb416d" /><Relationship Type="http://schemas.openxmlformats.org/officeDocument/2006/relationships/tableStyles" Target="/ppt/tableStyles.xml" Id="Rde11c9ab9cf94422" /><Relationship Type="http://schemas.openxmlformats.org/officeDocument/2006/relationships/slide" Target="/ppt/slides/slide1.xml" Id="R4564aae082854bc6" /><Relationship Type="http://schemas.openxmlformats.org/officeDocument/2006/relationships/slide" Target="/ppt/slides/slide2.xml" Id="R388457df51a54184" /><Relationship Type="http://schemas.openxmlformats.org/officeDocument/2006/relationships/slide" Target="/ppt/slides/slide3.xml" Id="Rca32bbecdb344e5f" /><Relationship Type="http://schemas.openxmlformats.org/officeDocument/2006/relationships/slide" Target="/ppt/slides/slide4.xml" Id="R28400cb8a2654930" /><Relationship Type="http://schemas.openxmlformats.org/officeDocument/2006/relationships/slide" Target="/ppt/slides/slide5.xml" Id="Rf5131fe289cc4034" /><Relationship Type="http://schemas.openxmlformats.org/officeDocument/2006/relationships/slide" Target="/ppt/slides/slide6.xml" Id="Ra47059b14a5a4d8f" /><Relationship Type="http://schemas.openxmlformats.org/officeDocument/2006/relationships/slide" Target="/ppt/slides/slide7.xml" Id="Rf255055368e54a51" /><Relationship Type="http://schemas.openxmlformats.org/officeDocument/2006/relationships/slide" Target="/ppt/slides/slide8.xml" Id="R4ed246b77107480f" /><Relationship Type="http://schemas.openxmlformats.org/officeDocument/2006/relationships/slide" Target="/ppt/slides/slide9.xml" Id="R84dda114b7334991" /><Relationship Type="http://schemas.openxmlformats.org/officeDocument/2006/relationships/slide" Target="/ppt/slides/slide10.xml" Id="Rd7873a71246d48ff" /><Relationship Type="http://schemas.openxmlformats.org/officeDocument/2006/relationships/slide" Target="/ppt/slides/slide11.xml" Id="Ra08af625354b44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92871bbb4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95555200b44b82" /><Relationship Type="http://schemas.openxmlformats.org/officeDocument/2006/relationships/notesMaster" Target="/ppt/notesMasters/notesMaster1.xml" Id="Rfd1dd4b0368d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99bf313a14b24" /><Relationship Type="http://schemas.openxmlformats.org/officeDocument/2006/relationships/notesMaster" Target="/ppt/notesMasters/notesMaster1.xml" Id="R0b6c0fe056be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c21d7fe774597" /><Relationship Type="http://schemas.openxmlformats.org/officeDocument/2006/relationships/notesMaster" Target="/ppt/notesMasters/notesMaster1.xml" Id="R3776dccdd7b946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9107864db04055" /><Relationship Type="http://schemas.openxmlformats.org/officeDocument/2006/relationships/notesMaster" Target="/ppt/notesMasters/notesMaster1.xml" Id="R3f4cfb275e7549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38588f4454449" /><Relationship Type="http://schemas.openxmlformats.org/officeDocument/2006/relationships/notesMaster" Target="/ppt/notesMasters/notesMaster1.xml" Id="R946ccfeea2aa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addad95a3547f6" /><Relationship Type="http://schemas.openxmlformats.org/officeDocument/2006/relationships/notesMaster" Target="/ppt/notesMasters/notesMaster1.xml" Id="R20269a884d02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c0f444db8d46fb" /><Relationship Type="http://schemas.openxmlformats.org/officeDocument/2006/relationships/notesMaster" Target="/ppt/notesMasters/notesMaster1.xml" Id="R6677ebce91f340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b326a2c8d41c7" /><Relationship Type="http://schemas.openxmlformats.org/officeDocument/2006/relationships/notesMaster" Target="/ppt/notesMasters/notesMaster1.xml" Id="Rb94d34eb83ce41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2c05058de144fd" /><Relationship Type="http://schemas.openxmlformats.org/officeDocument/2006/relationships/notesMaster" Target="/ppt/notesMasters/notesMaster1.xml" Id="R1703fe9fc03f40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9acd694795493e" /><Relationship Type="http://schemas.openxmlformats.org/officeDocument/2006/relationships/notesMaster" Target="/ppt/notesMasters/notesMaster1.xml" Id="Rb448dd652c9248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415fa6287e4f6c" /><Relationship Type="http://schemas.openxmlformats.org/officeDocument/2006/relationships/notesMaster" Target="/ppt/notesMasters/notesMaster1.xml" Id="Rf6baae4e03bc48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 visual: official-event-hero-nac.jpg, descargado de la fuente pública de Epic/CDN y validado a 1920×1080.</a:t>
            </a:r>
          </a:p>
          <a:p xmlns:a="http://schemas.openxmlformats.org/drawingml/2006/main">
            <a:r>
              <a:t>El guion y los tiempos provienen de salidas/20260910T170634Z-guion-video-weezy-icon-cup.md.</a:t>
            </a:r>
          </a:p>
          <a:p xmlns:a="http://schemas.openxmlformats.org/drawingml/2006/main">
            <a:r>
              <a:t>Fuentes: https://www.fortnite.com/competitive/events/S42_WeezyIconCup?region=NAC&amp;round=S42_WeezyIconCup_NAC</a:t>
            </a:r>
          </a:p>
          <a:p xmlns:a="http://schemas.openxmlformats.org/drawingml/2006/main">
            <a:r>
              <a:t>API de catálogo: https://fortnite-api.com/v2/cosmetics/br/search/all?set=Lil%20Wayne&amp;matchMethod=full&amp;language=en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official-event-hero-nac.jpg, arte oficial de Epic/CDN, 1920×1080.</a:t>
            </a:r>
          </a:p>
          <a:p xmlns:a="http://schemas.openxmlformats.org/drawingml/2006/main">
            <a:r>
              <a:t>Guion: sección Hook, 0:00–0:07, de salidas/20260910T170634Z-guion-video-weezy-icon-cup.md.</a:t>
            </a:r>
          </a:p>
          <a:p xmlns:a="http://schemas.openxmlformats.org/drawingml/2006/main">
            <a:r>
              <a:t>No añadir texto dentro del archivo de imagen. El texto mostrado en el preview es una capa editable del storyboard.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Póster visual: tournament-post.jpg, publicación pública de FNcompReport.</a:t>
            </a:r>
          </a:p>
          <a:p xmlns:a="http://schemas.openxmlformats.org/drawingml/2006/main">
            <a:r>
              <a:t>Fuente del anuncio comunitario: https://x.com/fncompreport/status/2098080878320619883?s=46</a:t>
            </a:r>
          </a:p>
          <a:p xmlns:a="http://schemas.openxmlformats.org/drawingml/2006/main">
            <a:r>
              <a:t>Confirmación oficial: https://www.fortnite.com/competitive/events/S42_WeezyIconCup?region=NAC&amp;round=S42_WeezyIconCup_NAC</a:t>
            </a:r>
          </a:p>
          <a:p xmlns:a="http://schemas.openxmlformats.org/drawingml/2006/main">
            <a:r>
              <a:t>El texto de fecha, región y modos es una capa editable del storyboard.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loadingscreen-noiseclue-images.other.background.png, imagen de catálogo Fortnite-API.com.</a:t>
            </a:r>
          </a:p>
          <a:p xmlns:a="http://schemas.openxmlformats.org/drawingml/2006/main">
            <a:r>
              <a:t>Atuendos: character-noisecluegust-images.featured.png, registro Weezy; character-noisecluelurch-images.featured.png, registro Lil Wayne.</a:t>
            </a:r>
          </a:p>
          <a:p xmlns:a="http://schemas.openxmlformats.org/drawingml/2006/main">
            <a:r>
              <a:t>Endpoint: https://fortnite-api.com/v2/cosmetics/br/search/all?set=Lil%20Wayne&amp;matchMethod=full&amp;language=en</a:t>
            </a:r>
          </a:p>
          <a:p xmlns:a="http://schemas.openxmlformats.org/drawingml/2006/main">
            <a:r>
              <a:t>Los renders de la API son assets de catálogo, no banners oficiales de Epic.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 Fortnite-API.com: backpack-noisecluegust-images.featured.png, pickaxe-noisecluegust-images.featured.png, glider-noisecluelurch-images.featured.png, wrap-noiseclue-images.featured.png y emoticon-noiseclue-images.smallicon.png.</a:t>
            </a:r>
          </a:p>
          <a:p xmlns:a="http://schemas.openxmlformats.org/drawingml/2006/main">
            <a:r>
              <a:t>Endpoint de catálogo: https://fortnite-api.com/v2/cosmetics/br/search/all?set=Lil%20Wayne&amp;matchMethod=full&amp;language=en</a:t>
            </a:r>
          </a:p>
          <a:p xmlns:a="http://schemas.openxmlformats.org/drawingml/2006/main">
            <a:r>
              <a:t>La composición usa los PNG originales sin cambiar el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Detalle y variantes: character-noisecluegust-images.icon.png y character-noisecluegust-variants-*.png; variantes de Lil Wayne en character-noisecluelurch-variants-*.png.</a:t>
            </a:r>
          </a:p>
          <a:p xmlns:a="http://schemas.openxmlformats.org/drawingml/2006/main">
            <a:r>
              <a:t>Los nombres descriptivos de la locución siguen el resumen del catálogo. No se asignan etiquetas nuevas a cada miniatura.</a:t>
            </a:r>
          </a:p>
          <a:p xmlns:a="http://schemas.openxmlformats.org/drawingml/2006/main">
            <a:r>
              <a:t>Endpoint: https://fortnite-api.com/v2/cosmetics/br/search/all?set=Lil%20Wayne&amp;matchMethod=full&amp;language=en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Carátulas: sid-placeholder-870-albumart.jpg, sid-placeholder-871-albumart.jpg y sid-placeholder-872-albumart.jpg, campos albumArt de Fortnite-API.com.</a:t>
            </a:r>
          </a:p>
          <a:p xmlns:a="http://schemas.openxmlformats.org/drawingml/2006/main">
            <a:r>
              <a:t>Instrumento: pickaxe-noiseclue-guitar-images.featured.png, registro Tha Guitar.</a:t>
            </a:r>
          </a:p>
          <a:p xmlns:a="http://schemas.openxmlformats.org/drawingml/2006/main">
            <a:r>
              <a:t>Tracks: https://fortnite-api.com/v2/cosmetics/tracks?language=en</a:t>
            </a:r>
          </a:p>
          <a:p xmlns:a="http://schemas.openxmlformats.org/drawingml/2006/main">
            <a:r>
              <a:t>Instrumentos: https://fortnite-api.com/v2/cosmetics/instruments?language=en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official-event-hero-nac.jpg, arte oficial de Epic/CDN.</a:t>
            </a:r>
          </a:p>
          <a:p xmlns:a="http://schemas.openxmlformats.org/drawingml/2006/main">
            <a:r>
              <a:t>Clip original: official-teaser.mp4, 1920×1080, aproximadamente 9.8 s. El frame de referencia se extrajo a 00:02 para ubicar el clip en el montaje.</a:t>
            </a:r>
          </a:p>
          <a:p xmlns:a="http://schemas.openxmlformats.org/drawingml/2006/main">
            <a:r>
              <a:t>Ficha oficial: https://www.fortnite.com/competitive/events/S42_WeezyIconCup?region=NAC&amp;round=S42_WeezyIconCup_NAC</a:t>
            </a:r>
          </a:p>
          <a:p xmlns:a="http://schemas.openxmlformats.org/drawingml/2006/main">
            <a:r>
              <a:t>Horario: https://www.fortnite.com/competitive/events/S42_WeezyIconCup/schedule?region=NAC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official-event-hero-nac.jpg, usado como background con overlay.</a:t>
            </a:r>
          </a:p>
          <a:p xmlns:a="http://schemas.openxmlformats.org/drawingml/2006/main">
            <a:r>
              <a:t>Datos de puntuación, límite de partidas y desempates: feed público de Fortnite Tracker, leído en la investigación.</a:t>
            </a:r>
          </a:p>
          <a:p xmlns:a="http://schemas.openxmlformats.org/drawingml/2006/main">
            <a:r>
              <a:t>Battle Royale: https://fortnitetracker.com/events/epicgames_S42_WeezyIconCup_NAC</a:t>
            </a:r>
          </a:p>
          <a:p xmlns:a="http://schemas.openxmlformats.org/drawingml/2006/main">
            <a:r>
              <a:t>Zero Build: https://fortnitetracker.com/events/epicgames_S42_WeezyIconCup_ZB_NAC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Assets: character-noisecluegust-images.icon.png, backpack-noisecluegust-images.featured.png y emoticon-noiseclue-images.smallicon.png.</a:t>
            </a:r>
          </a:p>
          <a:p xmlns:a="http://schemas.openxmlformats.org/drawingml/2006/main">
            <a:r>
              <a:t>Premios leídos del feed público: https://fortnitetracker.com/events/epicgames_S42_WeezyIconCup_NAC</a:t>
            </a:r>
          </a:p>
          <a:p xmlns:a="http://schemas.openxmlformats.org/drawingml/2006/main">
            <a:r>
              <a:t>La ficha oficial describe la recompensa como acceso al lote Weezy. No presentarlo como dinero ni como las dos skins completas.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 final: official-event-hero-nac.jpg. Clip original para usar en edición: official-teaser.mp4.</a:t>
            </a:r>
          </a:p>
          <a:p xmlns:a="http://schemas.openxmlformats.org/drawingml/2006/main">
            <a:r>
              <a:t>Fuente oficial del evento: https://www.fortnite.com/competitive/events/S42_WeezyIconCup?region=NAC&amp;round=S42_WeezyIconCup_NAC</a:t>
            </a:r>
          </a:p>
          <a:p xmlns:a="http://schemas.openxmlformats.org/drawingml/2006/main">
            <a:r>
              <a:t>El guion pide un cierre responsable porque el feed y el horario pueden actualizarse antes de iniciar.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fa22cf89b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cf206cca334823" /><Relationship Type="http://schemas.openxmlformats.org/officeDocument/2006/relationships/slideLayout" Target="/ppt/slideLayouts/slideLayout1.xml" Id="Rb08ee04c1813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8ee04c1813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eaa3aed8748ed" /><Relationship Type="http://schemas.openxmlformats.org/officeDocument/2006/relationships/image" Target="/ppt/media/image.jpeg" Id="Ree8b0844a70a489d" /><Relationship Type="http://schemas.openxmlformats.org/officeDocument/2006/relationships/notesSlide" Target="/ppt/notesSlides/notesSlide1.xml" Id="Rad98566d6b7e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b0f84077b4ed8" /><Relationship Type="http://schemas.openxmlformats.org/officeDocument/2006/relationships/image" Target="/ppt/media/image2.jpeg" Id="R67bb06454d5e42c8" /><Relationship Type="http://schemas.openxmlformats.org/officeDocument/2006/relationships/notesSlide" Target="/ppt/notesSlides/notesSlide2.xml" Id="R665d0cf304784a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d9976ca504b63" /><Relationship Type="http://schemas.openxmlformats.org/officeDocument/2006/relationships/image" Target="/ppt/media/image3.jpeg" Id="R0d1c7e3872734fce" /><Relationship Type="http://schemas.openxmlformats.org/officeDocument/2006/relationships/image" Target="/ppt/media/image4.jpeg" Id="R471ac07933e9494f" /><Relationship Type="http://schemas.openxmlformats.org/officeDocument/2006/relationships/notesSlide" Target="/ppt/notesSlides/notesSlide3.xml" Id="Re29c1ca4d41a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45440da444ff7" /><Relationship Type="http://schemas.openxmlformats.org/officeDocument/2006/relationships/image" Target="/ppt/media/image.png" Id="R9f2ae71151bc4100" /><Relationship Type="http://schemas.openxmlformats.org/officeDocument/2006/relationships/image" Target="/ppt/media/image2.png" Id="Rf05019d7451b4da1" /><Relationship Type="http://schemas.openxmlformats.org/officeDocument/2006/relationships/image" Target="/ppt/media/image3.png" Id="Rdcbf6451e8aa4f84" /><Relationship Type="http://schemas.openxmlformats.org/officeDocument/2006/relationships/notesSlide" Target="/ppt/notesSlides/notesSlide4.xml" Id="R523791351e2242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935b6ba64fdf" /><Relationship Type="http://schemas.openxmlformats.org/officeDocument/2006/relationships/image" Target="/ppt/media/image4.png" Id="R1b65d793200c4764" /><Relationship Type="http://schemas.openxmlformats.org/officeDocument/2006/relationships/image" Target="/ppt/media/image5.png" Id="R0e44e0006ca143f9" /><Relationship Type="http://schemas.openxmlformats.org/officeDocument/2006/relationships/image" Target="/ppt/media/image6.png" Id="Rc8f54ee545c34a91" /><Relationship Type="http://schemas.openxmlformats.org/officeDocument/2006/relationships/image" Target="/ppt/media/image7.png" Id="R7eb45135fedf4568" /><Relationship Type="http://schemas.openxmlformats.org/officeDocument/2006/relationships/image" Target="/ppt/media/image8.png" Id="R7619b4d73aad48a6" /><Relationship Type="http://schemas.openxmlformats.org/officeDocument/2006/relationships/notesSlide" Target="/ppt/notesSlides/notesSlide5.xml" Id="R11d9ab0a9e5b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8cd695c044aa3" /><Relationship Type="http://schemas.openxmlformats.org/officeDocument/2006/relationships/image" Target="/ppt/media/image9.png" Id="R597f85739ae745e3" /><Relationship Type="http://schemas.openxmlformats.org/officeDocument/2006/relationships/image" Target="/ppt/media/image10.png" Id="R6fd232c139b34148" /><Relationship Type="http://schemas.openxmlformats.org/officeDocument/2006/relationships/image" Target="/ppt/media/image11.png" Id="R648c0bb1ba5145b9" /><Relationship Type="http://schemas.openxmlformats.org/officeDocument/2006/relationships/image" Target="/ppt/media/image12.png" Id="Rd9a0edf728294ca3" /><Relationship Type="http://schemas.openxmlformats.org/officeDocument/2006/relationships/image" Target="/ppt/media/image13.png" Id="R36fb5edb60d148d2" /><Relationship Type="http://schemas.openxmlformats.org/officeDocument/2006/relationships/image" Target="/ppt/media/image14.png" Id="Ra8f361b0fea941ca" /><Relationship Type="http://schemas.openxmlformats.org/officeDocument/2006/relationships/image" Target="/ppt/media/image15.png" Id="R2713f009543b4d72" /><Relationship Type="http://schemas.openxmlformats.org/officeDocument/2006/relationships/notesSlide" Target="/ppt/notesSlides/notesSlide6.xml" Id="Rd3ceb27bdc384e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ce4b87dee4f8f" /><Relationship Type="http://schemas.openxmlformats.org/officeDocument/2006/relationships/image" Target="/ppt/media/image5.jpeg" Id="Raef954e1f6624170" /><Relationship Type="http://schemas.openxmlformats.org/officeDocument/2006/relationships/image" Target="/ppt/media/image6.jpeg" Id="R14cd9d9fd5c84c26" /><Relationship Type="http://schemas.openxmlformats.org/officeDocument/2006/relationships/image" Target="/ppt/media/image7.jpeg" Id="R2d050bec3fb84468" /><Relationship Type="http://schemas.openxmlformats.org/officeDocument/2006/relationships/image" Target="/ppt/media/image16.png" Id="R360f11fcabca4a61" /><Relationship Type="http://schemas.openxmlformats.org/officeDocument/2006/relationships/notesSlide" Target="/ppt/notesSlides/notesSlide7.xml" Id="R4003d1f7054848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1e9d45341472a" /><Relationship Type="http://schemas.openxmlformats.org/officeDocument/2006/relationships/image" Target="/ppt/media/image8.jpeg" Id="R83bae6c4cf65496d" /><Relationship Type="http://schemas.openxmlformats.org/officeDocument/2006/relationships/image" Target="/ppt/media/image9.jpeg" Id="Ref2bb86966ea4001" /><Relationship Type="http://schemas.openxmlformats.org/officeDocument/2006/relationships/notesSlide" Target="/ppt/notesSlides/notesSlide8.xml" Id="R6396f8daae0347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eb511bd0c453a" /><Relationship Type="http://schemas.openxmlformats.org/officeDocument/2006/relationships/image" Target="/ppt/media/image10.jpeg" Id="R8ff232e673ef4659" /><Relationship Type="http://schemas.openxmlformats.org/officeDocument/2006/relationships/notesSlide" Target="/ppt/notesSlides/notesSlide9.xml" Id="R732b6f0b9bcb47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96bc9680c4180" /><Relationship Type="http://schemas.openxmlformats.org/officeDocument/2006/relationships/image" Target="/ppt/media/image17.png" Id="R420a5245b2854079" /><Relationship Type="http://schemas.openxmlformats.org/officeDocument/2006/relationships/image" Target="/ppt/media/image18.png" Id="R8a13414237b6404e" /><Relationship Type="http://schemas.openxmlformats.org/officeDocument/2006/relationships/image" Target="/ppt/media/image19.png" Id="R95b000e46dcd4a00" /><Relationship Type="http://schemas.openxmlformats.org/officeDocument/2006/relationships/notesSlide" Target="/ppt/notesSlides/notesSlide10.xml" Id="Rccbb83b3f0074a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e4cfecab74583" /><Relationship Type="http://schemas.openxmlformats.org/officeDocument/2006/relationships/image" Target="/ppt/media/image11.jpeg" Id="Rb578130f090342bc" /><Relationship Type="http://schemas.openxmlformats.org/officeDocument/2006/relationships/notesSlide" Target="/ppt/notesSlides/notesSlide11.xml" Id="R61d94fa4b01042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b0844a70a48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A6387-6758-4007-8C2D-97C40D2E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419F-A351-47B4-BE57-57AE14E2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664FE-5A1E-4418-86C6-C18D3B82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A5D50-C2D4-4F81-80C7-88640661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953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6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9B5BC-1246-4EC5-ACBD-B89CB133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STORYBOARD DE MONTAJE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E0296-51D4-489B-98DB-5E4691B4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288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575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4E8"/>
                </a:solidFill>
                <a:latin typeface="Arial"/>
                <a:ea typeface="Arial"/>
                <a:cs typeface="Arial"/>
              </a:rPr>
              <a:t>Guía visual para un video informativo de 60–90 segundos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2318E-69D2-4B61-9230-30137937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BBC8"/>
                </a:solidFill>
                <a:latin typeface="Arial"/>
                <a:ea typeface="Arial"/>
                <a:cs typeface="Arial"/>
              </a:rPr>
              <a:t>FORMATO FINAL 16:9 · 1920 × 1080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0297-9837-4F06-AB73-7D6F534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67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C2E4A-CD0B-4DAA-BAD5-239D302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148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4E8"/>
                </a:solidFill>
                <a:latin typeface="Arial"/>
                <a:ea typeface="Arial"/>
                <a:cs typeface="Arial"/>
              </a:rPr>
              <a:t>00:00 HOOK     00:17 API     00:39 FESTIVAL     00:50 COPA     01:12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7DF62-AA95-4555-AC8A-0DEABA24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8BBC8"/>
                </a:solidFill>
                <a:latin typeface="Arial"/>
                <a:ea typeface="Arial"/>
                <a:cs typeface="Arial"/>
              </a:rPr>
              <a:t>Assets reales del paquete de investigación Weezy Icon Cup</a:t>
            </a:r>
          </a:p>
        </p:txBody>
      </p:sp>
    </p:spTree>
    <p:extLst>
      <p:ext uri="{BB962C8B-B14F-4D97-AF65-F5344CB8AC3E}">
        <p14:creationId xmlns:p14="http://schemas.microsoft.com/office/powerpoint/2010/main" val="1266433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08EF0-5D3A-4AA6-B35A-09951FDC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BF609-5581-4CBC-8DEE-2B8B2B33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A1276-E6B3-4650-97A9-6A47415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DED7D-95CB-4DB2-BAEF-FA8179B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00:00–00:07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2445C-9DCF-47A6-8EAE-5F93C37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Hook: Lil Wayne llega a Fortnite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A3FB5-9785-4373-9218-38893173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2B6E1-15E5-41A2-912D-494380B6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6740D-B022-4282-B40E-252C8626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NAC a pantalla completa. El espacio rojo de la derecha sostiene el texto editorial.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EAB16-38E9-4CD9-AD64-89E36B8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5DA1E-789D-4CD7-BC0A-FC120145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 corte desde negro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00:00.3 entra el título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 sale con corte seco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39484-90B8-4995-AFB4-F13B3941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3F5D6-1D76-4CF3-A83A-E454574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Push-in lento 100% → 103%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Pulso corto en el resplandor naranja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deformar el arte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C3D91-0000-4A3C-8B46-F1BD8690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2613B-FFD7-456A-B9C6-2733D8B5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9840E-7A1F-4148-B1D7-54BD422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imagen funciona como plano de apertura. Mantén visible a Lil Wayne y la copa. El texto añadido es editable y sirve como propuesta de pantalla.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35BBA-0B39-4D35-9514-CDF15D07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BB04B-7F3F-46CD-8A84-45597BFA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C08F2-CDD7-4B3A-BB79-B7EF39E3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A49FA-E982-4AEA-A011-03CF70E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“Lil Wayne está llegando a Fortnite y la Weezy Icon Cup ya tiene una pista muy fuerte.”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00D69-14D0-411C-A54D-C471F19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6C78B-6FEA-43E7-906E-01709C1D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3FA9C-3949-4E94-B322-D77AACB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en pantalla: “LA API REVELÓ EL PAQUETE”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Fondo musical + locución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CD2B9-CD96-4CF7-BA76-E8DCD514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47A1E7-51E3-43E9-A097-73CFB70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01 · 00:00–00:07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249BA-D538-4532-B973-1BDD83B9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b06454d5e42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B6F86-BC8B-4F5D-8612-31AC9009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F431A-69B5-4115-8B3F-876E09F1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908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F3E8B5-D359-4FC7-AB15-0FD81E74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62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17"/>
          </a:bodyPr>
          <a:lstStyle xmlns:a="http://schemas.openxmlformats.org/drawingml/2006/main"/>
          <a:p xmlns:a="http://schemas.openxmlformats.org/drawingml/2006/main">
            <a:pPr>
              <a:lnSpc>
                <a:spcPct val="83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API REVELÓ</a:t>
            </a:r>
          </a:p>
          <a:p xmlns:a="http://schemas.openxmlformats.org/drawingml/2006/main">
            <a:pPr>
              <a:lnSpc>
                <a:spcPct val="83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PAQUETE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A767C-1619-41CF-9F94-8AA2A29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863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CF0A53-B8B5-4E0E-9BE4-EFE701F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43450"/>
            <a:ext cx="1924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ARTE OFICIAL · HERO NAC</a:t>
            </a:r>
          </a:p>
        </p:txBody>
      </p:sp>
    </p:spTree>
    <p:extLst>
      <p:ext uri="{BB962C8B-B14F-4D97-AF65-F5344CB8AC3E}">
        <p14:creationId xmlns:p14="http://schemas.microsoft.com/office/powerpoint/2010/main" val="3704934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2E98B-FFD0-46B8-8C1C-C4657E7D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E7F24-327E-4D6A-8141-4690BCDC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6C01C-F7AB-4039-A94A-9BE3C1F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08E61-F789-496F-BBF8-48785249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00:07–00:17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60C87-30DD-4503-BFC4-23EC8407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Del reporte a la ficha oficial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F2608-73D4-41F7-A469-9A8856E2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E6FC3-0186-441C-86B8-42F9905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146F4-412D-4049-9C9F-3213B503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Póster de FNcompReport primero. El arte oficial entra como confirmación visual en el segundo beat.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66674-3F02-40F9-A08B-AD1026EE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66C48-9B82-4839-959B-324FB1FA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00:07–00:11 póster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00:11–00:17 ficha oficial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 fecha permanece 2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DDF59-B5DC-4770-8623-119C413B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08451-4186-483A-85B1-8752B50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Wipe horizontal del póster al arte Epic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 zoom-out en el segundo panel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limpio al siguiente plano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F54EB-DBF9-4994-B7AA-DEACE223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E6E71-C9B0-42FF-B19D-1B6D0A08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401BD-6DD3-4CA4-AAB6-8FA5BBE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composición muestra la progresión de evidencia. La hora corresponde a NAC y debe verificarse en el cliente si cambia la región.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EDAC6-0A86-4FC4-BDC4-AACAE7FB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D9C67-354F-4C88-97B0-7FA452C5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532CF-7DB3-40A7-B39B-EA200334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A8736-B845-4E8D-B524-53D9EA3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reporte adelantó una copa para el sábado 12 de septiembre. Ya no es solo un rumor: la ficha oficial la muestra para NAC.”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7003C-2774-4240-BB12-9F2EC946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E23AD-CD73-45F8-9D02-60EF4D8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B4362-3509-43B0-936E-38C2B02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tournament-post.jpg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Texto: “NAC · 12 SEP · SOLO BR / ZB”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B03B4-8505-48AB-8FDE-9AB8B4A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0ACE1-2ADE-4325-91FF-F53C57F4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02 · 00:07–00:17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03CC6-9BDE-4724-B48A-0DEA6C84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c7e3872734fce"/>
          <a:srcRect xmlns:a="http://schemas.openxmlformats.org/drawingml/2006/main" l="22922" t="0" r="22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51435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ac07933e9494f"/>
          <a:srcRect xmlns:a="http://schemas.openxmlformats.org/drawingml/2006/main" l="27083" t="0" r="27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4191000" cy="5143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1E619-A7FA-42B0-8342-0E8B51E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0"/>
            <a:ext cx="3429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3532E-66D9-40CA-9678-7228B03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REPORTE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01A996-1A8A-480F-8250-5A9A2556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EPIC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3DF04-65F1-42D1-A6CB-714DB4A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361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7E2DD-E6A1-4CC5-989A-1C79C900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957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37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NAC · 12 SEP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SOLO BR / SOLO ZERO BUILD</a:t>
            </a:r>
          </a:p>
        </p:txBody>
      </p:sp>
    </p:spTree>
    <p:extLst>
      <p:ext uri="{BB962C8B-B14F-4D97-AF65-F5344CB8AC3E}">
        <p14:creationId xmlns:p14="http://schemas.microsoft.com/office/powerpoint/2010/main" val="190081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A273F4-1D80-460F-8351-BB694970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BC074-F0F8-4B77-8D8A-C05F80E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74626-7705-4F6F-A618-E620B84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85D28-1E60-4FFA-BB16-761B9F37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00:17–00:25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1EB5D-70DE-4F3C-8904-7BDF4698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La búsqueda exacta devuelve 13 objetos BR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3BCD0-BE0F-4F45-8B1F-50A4D75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188CF-E96F-4A61-B587-0334955D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FD879-BA88-4386-8E16-C0C3087D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renders de atuendo sobre la pantalla de carga. El título fija el hallazgo principal.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86982-5B15-4E74-A0B1-879CC0E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95763-1611-45DA-BB24-0B8CE7F0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 entra Weezy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00:19 entra Lil Wayne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00:21 aparece “13 OBJETOS BR”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 corta a accesorios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F86ED-845D-4415-B7BE-0E30AFE5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706F9-9E33-4698-862A-177B0DC9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 escalonada con escala 92% → 100%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Glow naranja muy sutil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Parallax de fondo al 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8CCD8-D718-4482-8C70-9096C22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4F914-83B8-4352-84F0-F7398290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EAAC8-956D-4FE1-A988-24C87E0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API confirma registros del catálogo. La diapositiva no afirma disponibilidad en tienda ni premio automático.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7D114-A188-4C32-B2E4-91CF9C33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1CD93-F148-455A-8980-CCD91B50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350AA-0309-426C-AE2A-3991CC1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775660-EA29-4207-A63F-FD0F158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búsqueda exacta del set Lil Wayne devuelve 13 objetos de Battle Royale.”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3CDEF-0ED3-4A48-8A24-18ACF14F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6EBE3-6E8C-4872-A253-B76203FA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B6C77-9CA3-4D72-AFE8-7F63A490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66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loadingscreen-noiseclue-images.other.background.png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character-noisecluelurch-images.featured.png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editable: “SET LIL WAYNE · 13 OBJETOS BR”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30324-F954-4927-8446-43A2D645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DBB406-C0D3-4768-BDF3-B8AD719D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03 · 00:17–00:25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BF976-3286-440B-9906-54D476E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ae71151bc4100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E7747B-835F-4519-9953-C698E8F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D9A16-7CA8-4BC4-9059-A29DF16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47AFD-7181-491D-87B3-6582A2AB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LIL WAYNE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099BBC-9414-4931-982B-3E83A1C9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971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13 OBJETOS BR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019d7451b4da1"/>
          <a:stretch xmlns:a="http://schemas.openxmlformats.org/drawingml/2006/main"/>
        </p:blipFill>
        <p:spPr>
          <a:xfrm xmlns:a="http://schemas.openxmlformats.org/drawingml/2006/main">
            <a:off x="762000" y="1547813"/>
            <a:ext cx="3238500" cy="323850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f6451e8aa4f84"/>
          <a:stretch xmlns:a="http://schemas.openxmlformats.org/drawingml/2006/main"/>
        </p:blipFill>
        <p:spPr>
          <a:xfrm xmlns:a="http://schemas.openxmlformats.org/drawingml/2006/main">
            <a:off x="5238750" y="1547813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8A15D-A097-41C4-A5EA-39FA53A0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1AADF4-64DD-4ABB-B936-F2B6E556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482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· SKIN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A15D8-8B87-4AD6-BDAF-424989FE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91050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C116B-30CD-43EA-BFA0-B26E8D4E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48200"/>
            <a:ext cx="1781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LIL WAYNE · SKIN</a:t>
            </a:r>
          </a:p>
        </p:txBody>
      </p:sp>
    </p:spTree>
    <p:extLst>
      <p:ext uri="{BB962C8B-B14F-4D97-AF65-F5344CB8AC3E}">
        <p14:creationId xmlns:p14="http://schemas.microsoft.com/office/powerpoint/2010/main" val="1497842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DAF717-5A62-47C4-A4F9-3C481BE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4EB1-6A11-4A66-8C90-375E5B9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19FF5-9185-4EBB-8237-D012C127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01A8B-39AB-4D84-87DC-C1AB710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00:25–00:30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B4A32-9E1B-428D-9327-D3C8CB79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Primer burst de accesorios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6919B-6FDF-4761-A513-D4E66CC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DE007-F5E1-40D2-9D53-83DDC0F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CDA0B-CB37-4C22-8730-03D51821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Montaje rápido de mochila, pico, ala delta, envoltura y emoticono sobre fondo limpio.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7028C-70DC-43FD-955E-2B3910F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81C8D-FB58-4B27-9AD0-C0099271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00:25–00:26 mochila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00:26–00:27 pico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00:27–00:28 ala delta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00:28–00:30 resto del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5698D-D683-423E-8419-2A4B3A72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70E95-DAFA-4D4D-B2F3-C2759A69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Pop-in por golpes de beat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Rotación ligera solo en el pico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Speed-ramp al pasar de izquierda a derecha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E7F7D-82CF-4C81-A367-E15A1C04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40300-3384-46F1-BAE2-AF648EA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35B7D-3569-414B-BCF4-8DFFA94B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Cada objeto conserva su proporción. Las etiquetas indican el tipo de cosmético para facilitar la edición.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1D469-519E-4A72-921A-4CA17B7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241EE-D159-4482-938D-5B7814D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07C5D-8906-4C88-9FA4-1912C38C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65866-E0C9-4E48-9F45-FE2C9359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“También aparecen accesorios mochileros, picos, un ala delta, una envoltura y un emoticono.”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06B7E-5EC4-4FAF-80B5-B3385B8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6EB18-415F-4AB6-A0C8-5459392E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0FED7-1D50-4F59-80B9-C8CB4A7A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 · accesorio mochilero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Boardbreaker · pico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Young Money Stage · ala delta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Burner · envoltura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AD7F5-69B5-45BC-8828-012C7F2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E9C51-5224-4FBA-918B-8AC489FB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04 · 00:25–00:30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38419-16CC-4611-9917-6064021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C2357-5047-4F92-B022-883A1C6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90A0A"/>
              </a:gs>
              <a:gs pos="58000">
                <a:srgbClr val="410E0E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E8AAB-46F4-4CFB-B7D4-0B49B5B9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42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ACCESORIOS DEL SET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5d793200c4764"/>
          <a:stretch xmlns:a="http://schemas.openxmlformats.org/drawingml/2006/main"/>
        </p:blipFill>
        <p:spPr>
          <a:xfrm xmlns:a="http://schemas.openxmlformats.org/drawingml/2006/main">
            <a:off x="304800" y="14287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4e0006ca143f9"/>
          <a:stretch xmlns:a="http://schemas.openxmlformats.org/drawingml/2006/main"/>
        </p:blipFill>
        <p:spPr>
          <a:xfrm xmlns:a="http://schemas.openxmlformats.org/drawingml/2006/main">
            <a:off x="2095500" y="1471613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54ee545c34a91"/>
          <a:stretch xmlns:a="http://schemas.openxmlformats.org/drawingml/2006/main"/>
        </p:blipFill>
        <p:spPr>
          <a:xfrm xmlns:a="http://schemas.openxmlformats.org/drawingml/2006/main">
            <a:off x="3857625" y="146685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45135fedf4568"/>
          <a:stretch xmlns:a="http://schemas.openxmlformats.org/drawingml/2006/main"/>
        </p:blipFill>
        <p:spPr>
          <a:xfrm xmlns:a="http://schemas.openxmlformats.org/drawingml/2006/main">
            <a:off x="5810250" y="13906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9b4d73aad48a6"/>
          <a:stretch xmlns:a="http://schemas.openxmlformats.org/drawingml/2006/main"/>
        </p:blipFill>
        <p:spPr>
          <a:xfrm xmlns:a="http://schemas.openxmlformats.org/drawingml/2006/main">
            <a:off x="7429500" y="13525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364EF-0B1B-455A-8AD3-85DA7B4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29F27-207A-4792-9633-A0FFFF9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MOCHILA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38EBEA-CC7F-4340-B86D-63293040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9F21BE-FC32-47E1-BD4E-1F5EA25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099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PICO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9D3E80-A317-49CA-8601-A1EB132B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C194C-8793-4C8C-B427-A0BFFFB3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099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ALA DELTA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A28269-FCF1-484F-9C7A-9FA7034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52800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CCEBA2-63CF-4E7F-B3F1-756B899F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09950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ENVOLTURA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7E092F-B2D6-447B-B93B-6A30363C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146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79E317-CB14-447A-A3A9-8BE52FDB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EMOTICONO</a:t>
            </a:r>
          </a:p>
        </p:txBody>
      </p:sp>
    </p:spTree>
    <p:extLst>
      <p:ext uri="{BB962C8B-B14F-4D97-AF65-F5344CB8AC3E}">
        <p14:creationId xmlns:p14="http://schemas.microsoft.com/office/powerpoint/2010/main" val="1738865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F86D25-E7DE-4DE3-AAC1-8E314694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EC395-0CEC-46AE-B934-B579CECE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4162C-8081-48BA-8CDE-BAE44B5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9CB3D-273F-45A0-AE4D-27B9684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00:30–00:39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47F0F-48FD-455E-BA47-196494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Variantes de las dos skins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55F6D-D9B9-4E67-A414-427403D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83222-C346-4786-8226-E1FF80AF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E9DE7-B595-428C-B7DC-F5052508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skin principal ocupa el centro. Las miniaturas muestran la existencia de variantes sin inventar nombres.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AB988-515D-4A4D-AB9E-7CAB7B7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D3DBA-42CD-44CE-85D9-5190922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00:30 entra Weezy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00:32 recorren variantes 01–04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00:35 cambia a Lil Wayne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 sale todo el bloque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0E1E0-0806-456D-851A-FA4E308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293E2-6067-43C1-9216-BAB65A98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Carrusel de miniaturas con desplazamiento corto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Zoom de 108% en una variante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Cross-dissolve al bloque Festival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23778-D988-4DB2-B21C-D0FF1322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4AC61-21FD-44C7-AFD8-105BCA21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BCDB0-9D40-476B-BAB9-B6C0F74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Usar nombres genéricos de variante en pantalla evita afirmar una correspondencia que la API no describe textualmente.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7147E-F801-479E-A014-056AF3D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CF41D-B9B1-4D90-BC2B-70C835D2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92A87-CAFD-46BA-8DAC-5C6CB558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6DBEF-B511-4D87-B30B-9EE5503F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skin Weezy tiene variantes de sombrero, gafas, camiseta sin mangas y reactividad. La segunda también tiene variantes de gafas y reactividad.”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5B5DA-82B5-491A-862A-C8D1E013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41D0E-BB7B-49A9-9F26-5C5F1F42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5AFB3-3993-4499-8B73-8A152FE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7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4 miniaturas de variantes de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2 miniaturas de variantes de Lil Wayne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Rótulos: “VARIANTE 01” a “VARIANTE 04”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AAF51-16A1-422F-B112-C641851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C7B24-0A5C-44EA-A947-D82E58B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05 · 00:30–00:39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932BE-0BFA-4D69-8A11-05C7CE80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E021B-5291-4E92-A72F-A8EFEEF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B488F-6834-4932-B265-D4992170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2E38D-AA9A-4B2F-BA57-B2678DA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f85739ae745e3"/>
          <a:stretch xmlns:a="http://schemas.openxmlformats.org/drawingml/2006/main"/>
        </p:blipFill>
        <p:spPr>
          <a:xfrm xmlns:a="http://schemas.openxmlformats.org/drawingml/2006/main">
            <a:off x="723900" y="1023938"/>
            <a:ext cx="2524125" cy="252412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232c139b34148"/>
          <a:stretch xmlns:a="http://schemas.openxmlformats.org/drawingml/2006/main"/>
        </p:blipFill>
        <p:spPr>
          <a:xfrm xmlns:a="http://schemas.openxmlformats.org/drawingml/2006/main">
            <a:off x="338137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6CC7E6-84D3-49CC-B8F9-18B7043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57839-3861-4D5C-AEBE-3C9A901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c0bb1ba5145b9"/>
          <a:stretch xmlns:a="http://schemas.openxmlformats.org/drawingml/2006/main"/>
        </p:blipFill>
        <p:spPr>
          <a:xfrm xmlns:a="http://schemas.openxmlformats.org/drawingml/2006/main">
            <a:off x="439102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FEBB19-B45F-4FFC-8FCD-2439B5B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A64C68-9830-4BEA-A7B3-EEE979A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0edf728294ca3"/>
          <a:stretch xmlns:a="http://schemas.openxmlformats.org/drawingml/2006/main"/>
        </p:blipFill>
        <p:spPr>
          <a:xfrm xmlns:a="http://schemas.openxmlformats.org/drawingml/2006/main">
            <a:off x="540067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35D703-F117-4C9D-9E2C-C8AF5CB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5D3CAC-CBC0-4C33-B4E0-934ADDF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b5edb60d148d2"/>
          <a:stretch xmlns:a="http://schemas.openxmlformats.org/drawingml/2006/main"/>
        </p:blipFill>
        <p:spPr>
          <a:xfrm xmlns:a="http://schemas.openxmlformats.org/drawingml/2006/main">
            <a:off x="641032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D4D4F0-887A-417D-A36A-3939FCE3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562E7F-2753-440B-85D9-123BBAA4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B968A4-A90E-406D-AB42-63EAB236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LIL WAYNE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361b0fea941ca"/>
          <a:stretch xmlns:a="http://schemas.openxmlformats.org/drawingml/2006/main"/>
        </p:blipFill>
        <p:spPr>
          <a:xfrm xmlns:a="http://schemas.openxmlformats.org/drawingml/2006/main">
            <a:off x="5619750" y="2352675"/>
            <a:ext cx="1333500" cy="13335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3f009543b4d72"/>
          <a:stretch xmlns:a="http://schemas.openxmlformats.org/drawingml/2006/main"/>
        </p:blipFill>
        <p:spPr>
          <a:xfrm xmlns:a="http://schemas.openxmlformats.org/drawingml/2006/main">
            <a:off x="7239000" y="235267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64285E-0223-4201-B5F5-B3A6F72E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86200"/>
            <a:ext cx="2381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896B3E-B684-4025-B8AE-0FB4EC8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433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VARIANTES DEL REGISTRO</a:t>
            </a:r>
          </a:p>
        </p:txBody>
      </p:sp>
    </p:spTree>
    <p:extLst>
      <p:ext uri="{BB962C8B-B14F-4D97-AF65-F5344CB8AC3E}">
        <p14:creationId xmlns:p14="http://schemas.microsoft.com/office/powerpoint/2010/main" val="1501866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B8B7F7-6760-4B8C-948A-47B7537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7FCCD-15A5-4316-87AC-D305A988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3B8F4-5CCD-478B-8C73-3FF9EE46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6B0FF-3313-4CEB-8A7C-4F34001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00:39–00:50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2FF79-D13D-4DF7-B954-FAFC6314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Bloque Festival: canciones e instrumento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B89B9-A9EC-4FF2-A548-ABFD3633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EE109-0208-44B2-8E89-E2BCABC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0B1DE-466C-4D30-B620-F43758E9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carátulas entran como cards de catálogo. La guitarra se convierte en el ancla visual del cierre del bloque.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BA297-5B29-4FEE-902D-1C366EBE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D6BEA-7E5D-4541-9E7E-26EBA5E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 primera carátula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00:42 segunda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00:45 tercera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00:47 guitarra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corte a torneo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2D97C-B23E-402C-A885-DA919D13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29A0E-6470-40E7-9896-C8C188E0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Cards con stagger de 180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Pan suave sobre las carátulas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guitarra entra desde abajo con rebote corto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0ABBD-4B2B-4F7D-9D5C-5518B059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E286F-794B-4373-AE50-0F1CF5E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B1B63-613C-41FD-9B20-BBF8BFD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API confirma recursos catalogados. No usar el plano para afirmar que ya están a la venta.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63A38-CFCA-4727-A9F3-C43C3622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3A236-60D1-4639-BBA6-062DBD3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5765E-733B-4341-82BA-07020750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FE23E-D398-436B-B4C7-31D98D28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paquete también trae tres canciones de Festival: Lollipop, A Milli y 6 Foot 7 Foot. Además aparece Tha Guitar.”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5F0F9-0C62-440F-9F25-BC3DD75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2FAE8-825F-4562-8F66-B0BD4701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97FCB-3231-4CD6-9EEE-C4ED6EF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03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sid-placeholder-870-albumart.jpg · Lollipop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sid-placeholder-871-albumart.jpg · A Milli (2023 Remix)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sid-placeholder-872-albumart.jpg · 6 Foot 7 Foot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pickaxe-noiseclue-guitar-images.featured.png · Tha Guitar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B421A-20E8-4422-8197-2E8C7BBB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F36EC-C334-40CE-AD5A-EE17FE86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06 · 00:39–00:50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5D6CB-7956-4C85-8205-4E65DE10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77F52-080E-4595-9161-2DAF1D83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090C"/>
              </a:gs>
              <a:gs pos="60000">
                <a:srgbClr val="371317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00CF5-4A27-444C-93B9-A3CCC2A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FESTIVAL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38B4C-DE69-498D-BC82-0F5A411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B14A"/>
                </a:solidFill>
                <a:latin typeface="Arial"/>
                <a:ea typeface="Arial"/>
                <a:cs typeface="Arial"/>
              </a:rPr>
              <a:t>3 tracks + 1 instrumento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954e1f66241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1504950" cy="150495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d9d9fd5c84c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562100"/>
            <a:ext cx="1504950" cy="15049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50bec3fb844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450" y="15621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A1692-C7D0-49FD-8685-42796612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67D4E-9982-46F1-98CD-AE5F637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2897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LOLLIPOP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07E978-FF2D-4B07-9DDE-0F93E216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7182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05CD8-D512-472A-A2B1-63DA60B1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28975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 MILLI · REMIX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7BDB2B-FA10-4EC5-96FC-4A8DBCE1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7182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0E0E3-51D0-4473-A10D-75F20DFE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28975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6 FOOT 7 FOOT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f11fcabca4a61"/>
          <a:stretch xmlns:a="http://schemas.openxmlformats.org/drawingml/2006/main"/>
        </p:blipFill>
        <p:spPr>
          <a:xfrm xmlns:a="http://schemas.openxmlformats.org/drawingml/2006/main">
            <a:off x="6267450" y="1376363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75CC74-DE7F-44B7-90BD-33D90425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62400"/>
            <a:ext cx="2714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2438E8-FE9E-4842-A575-1A1530A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543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THA GUITAR · INSTRUMENTO</a:t>
            </a:r>
          </a:p>
        </p:txBody>
      </p:sp>
    </p:spTree>
    <p:extLst>
      <p:ext uri="{BB962C8B-B14F-4D97-AF65-F5344CB8AC3E}">
        <p14:creationId xmlns:p14="http://schemas.microsoft.com/office/powerpoint/2010/main" val="89270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F6C670-0FB9-4EA1-BE4E-04B435FE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2AB51-D913-4357-BB05-6AE51BD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AB689-F085-4656-8C7A-06535CF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91BC7-F7C4-4B6F-AA96-18020BE1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00:50–00:57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7747-26F3-4B0D-A9EB-A13F57B1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Ficha de la copa para NAC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A473A-FDE5-40D6-ADDE-681EEFB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05B21-7BA8-4F6E-B26C-0C3A8448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5929A-463E-4A4A-8764-03685074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como fondo. Tarjeta editable con región, fecha, horario, modos y límite de partidas.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405F2-EC48-4FE7-92EF-983BAAAB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25E6D-877F-455A-8E6E-2BE7951D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entra tarjeta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00:52 se revela horario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00:54 modos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corte a puntuación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F8D44-3D50-4FCA-AF41-4B702BF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61BBC-5582-4E78-832E-CB7DB2A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Tarjeta sube 16 px y se asienta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aparecen por bloques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Miniatura del teaser con playhead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041BC-4079-41E0-AED8-8799F562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C8320-7989-41FB-BD38-AEB1FBA6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A5C99-C9EB-405B-96E8-640B277D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El teaser original se conserva como MP4 en la carpeta de assets. Aquí se muestra su miniatura para ubicarlo en el montaje.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90ECD-1EA6-43CF-9DB8-BCF56DAC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AE2A2-DB20-49C6-A6A6-7F31FCE5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F82D0-4E1B-4A5B-902B-4FFF780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C07FC-09BB-4171-B4C2-275795D1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ficha del evento indica hasta 11 partidas. Es para NAC, el sábado 12 de septiembre, de 5:00 a 8:00, en Solo Battle Royale y Solo Zero Build.”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4DE59-D45E-475E-888C-ECFCA2CA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E4994-BEB5-4610-8D17-6CA10073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AE8DF-1605-4734-8A16-324136D4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official-teaser-frame-2s.jpg · marcador de clip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 · 11 PARTIDAS”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B35E6-1569-47E5-90EE-ED80952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782C6-BF4F-454B-9D76-7127FF5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07 · 00:50–00:57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A73CA-F822-48FF-AD68-F72D7CC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ae6c4cf6549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987A6-DBDC-4455-9104-B8B6294E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7CF13-9EF3-453B-B2AB-9D1D3CE7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4476750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4873D-DEC1-436B-B378-B2A34422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DCF11-4A51-4A22-B5F5-6108B52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93BE11-E6EA-4BB8-8590-9BF04BCB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66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1D1A8-4DA1-4942-B6C7-33CB2FD2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972954-204C-4102-BC3D-45B43B3E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571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5:00–8:00 PM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SOLO BR · SOLO ZERO BUILD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HASTA 11 PARTIDAS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D8AD5-9B50-41AE-8E8D-3126BCD1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8090D">
              <a:alpha val="84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bb86966ea4001"/>
          <a:srcRect xmlns:a="http://schemas.openxmlformats.org/drawingml/2006/main" l="13734" t="0" r="137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638550"/>
            <a:ext cx="933450" cy="7239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A5A456-4FF7-4788-A22F-BB229D8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CLIP OFICIAL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9.8 s aprox.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F3C1F7-D2A9-42D1-A424-B6EC342D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EB49A3-6B45-460D-B75E-184F6C5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▶ REFERENCIA MP4</a:t>
            </a:r>
          </a:p>
        </p:txBody>
      </p:sp>
    </p:spTree>
    <p:extLst>
      <p:ext uri="{BB962C8B-B14F-4D97-AF65-F5344CB8AC3E}">
        <p14:creationId xmlns:p14="http://schemas.microsoft.com/office/powerpoint/2010/main" val="1327518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369828-3122-4CCA-A94E-BD02E6E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C6F49-4788-47D9-91F8-AE868B5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78054-D248-4D42-82DE-7E37319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410EC-9715-4408-9122-CA1AE266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00:57–01:05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41811-B9F6-41C3-9202-C12FD64F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Puntuación y desempates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6552A-9E52-4139-9706-07B46BFF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55571-81C2-460B-8308-92983DAD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C872D-5547-4DC3-AD79-64BBFCB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Tabla de puntuación como texto editable, apoyada por el arte oficial en baja opacidad.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BF84F-8023-49FA-82D7-60A50F89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56644-4F67-4701-BB13-0710A2D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aparece Victoria +7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00:59 suma colocaciones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01:02 entra Elim +2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 pasa a premios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F968E-B648-4D8D-93B3-A5ECCFC7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3D4E-D76C-4A0B-B332-62714387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Count-up de números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Flash naranja en “+2” de eliminación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tabla entra por filas, no toda de golpe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49CF3-3D85-4BB6-8E7C-5B45EDE3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A847D-8143-42A8-8974-3F0E5B6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0E51D-0BEA-414D-845C-846FC5C0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tabla refleja el feed público consultado. El reglamento específico puede actualizarse antes del torneo.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A8B64-7796-4718-B787-943AB39F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F60FD-DB31-4894-B59D-61092B3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9952-B861-47D4-953F-1C165638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D3BA4-B8D0-4739-A30F-8D1C0284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“Victoria Royale: 7 puntos. Segundo: 4. Tercero: 2. Del cuarto al 50: 1. Cada eliminación suma 2.”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59733-4FFD-4DB7-82CB-1CA3B31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4469D-D20F-412D-BA2E-2D3F2D11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C2E88-0F91-419E-8F30-47E6315E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 oscuro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Tabla editable de puntos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destacado: “MÁX. 11 PARTIDAS”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4A85D-717B-4F90-9972-BC9E5409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7C5C4-01BB-48E2-B738-B02B1A1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08 · 00:57–01:05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1C534-9D73-41F0-9C6F-360D269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232e673ef46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3C3C1-026C-446B-92F7-3A65429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F1AF6-17BE-4E12-A6E8-D6D09625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PUNTUACIÓN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37E6A-01EE-419E-8D21-F14C9DD6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2F6F7-AF43-446A-8F70-6E4BBF99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3FF3F-0964-4FEE-98B9-B55EDE1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VICTORIA ROYALE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48185-7FB0-4EE1-BC2A-D98EEAAF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33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+7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850B9-B869-4C56-953D-AB866230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255A16-1093-47C3-8175-A78B2305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6C7F6-71C4-457D-B510-E16EDD60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2.º LUGAR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749FF3-DA8A-4B41-8CDF-9E6A7C2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02F50B-33BB-41E4-AAE4-B875F082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6A872F-39DD-449D-98F5-78206B3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B7732-4362-4084-B264-B7CDF8AC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3.º LUGAR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3C1B44-C3D0-444D-81CC-466F92F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0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F9B2A2-3CF0-4367-9CBD-7A5B4BEE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79EDB4-4854-4DA3-8D4A-824A8686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EE25BD-D8B8-4881-8F4D-F8DDBC76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4.º–50.º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3A083D-E306-47C7-B70E-4E837E5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33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6F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F91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3B2AC9-111A-4434-B9FB-4BD251CC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6C8723-3CDB-4400-80EE-BFC8526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CB1115-BD0C-4ECC-A4B3-5EBAB5D3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ELIMINACIÓN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28F680-D8C7-4E01-BD32-9E75D333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33D32E-1278-4657-9ECB-882544D2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7241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0AB5EA-3306-4A9B-A0F8-DCF327DC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1450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MÁXIMO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11 PARTIDAS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E04D58-AEFB-4CE2-9BE8-3D21BDE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BBC8"/>
                </a:solidFill>
                <a:latin typeface="Arial"/>
                <a:ea typeface="Arial"/>
                <a:cs typeface="Arial"/>
              </a:rPr>
              <a:t>Desempate: victorias · promedio de eliminaciones · colocación · tiempo con vida</a:t>
            </a:r>
          </a:p>
        </p:txBody>
      </p:sp>
    </p:spTree>
    <p:extLst>
      <p:ext uri="{BB962C8B-B14F-4D97-AF65-F5344CB8AC3E}">
        <p14:creationId xmlns:p14="http://schemas.microsoft.com/office/powerpoint/2010/main" val="682343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EE48A7-00CD-4CB3-BB84-325EDA7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08F9-D194-4B94-8307-F55BD2D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1F133-142B-4B6C-8BC6-3339DB8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F15FA-548B-4F99-A04A-D126361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01:05–01:12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E52B1-E47B-4483-9755-42E6B17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Premios identificados en el feed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423E7-2F7A-49F1-8660-3B48406A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A6419-BED4-44D8-B77D-2C2CC0DD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90F75-4434-4DD1-9635-D1DD3F8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6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Recompensa de Top 700 a la izquierda. Premio por puntos a la derecha. Los nombres permanecen separados.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9B924-9ABC-4380-8DC5-ED44A2A6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766D5-4FCF-40D3-9F42-1F9A5B7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 aparece Top 700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01:08 aparece YM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01:10 disclaimer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 transición al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15C68-6731-4F6B-9837-58B4BE8E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20B82-FF77-4271-805F-FFBF192C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Reveal con máscara vertical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Pequeño scale-up en Weezy Board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emoticono entra con bounce de 2 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5C044-BB6E-4F55-9163-A7FD8B0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756F2-8236-4369-8B4E-4C80F985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73C1C-47F8-46B6-81BD-8210BCE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No mostrar las dos skins como premio. El texto conserva la distinción entre el lote Weezy y el emoticono YM.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5F5D0-975B-45ED-A68C-7916E0DB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A476D-2BA7-4000-9D95-F862E56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6DCE4-405D-4AB4-BE3E-12A25857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B6CD2-5517-4A4E-BD1C-3B8286E3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Top 700 recibe acceso a Weezy y Weezy Board. Alcanzar 8 puntos entrega el emoticono YM.”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084A3-A37A-48A3-A081-5CEFA487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60EC7-AD79-4D7A-92FC-5E456D87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05DEE-80C6-42BC-9CB2-6D2A444D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09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 · detalle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backpack-noisecluegust-images.featured.png · Weezy Board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emoticon-noiseclue-images.smallicon.png · YM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Textos: “TOP 700” y “8 PUNTOS”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57716-E98E-462A-BD3B-B7D48983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3F1C8-61D5-4136-AE1D-1A5D64A1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09 · 01:05–01:12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955F46-D8EC-4934-95AE-E78CC2C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AE370-1A15-4D26-85A9-58FEB584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A0D"/>
              </a:gs>
              <a:gs pos="55000">
                <a:srgbClr val="3A0D12"/>
              </a:gs>
              <a:gs pos="100000">
                <a:srgbClr val="0A0B10"/>
              </a:gs>
            </a:gsLst>
            <a:lin ang="7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64A4B-7DFB-49D4-89EF-C22C3F56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44FE8-6DFE-4BA4-A4DC-BF15D22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906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D1C02-54E9-4EF1-AA87-A37281F3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400050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97553-DC41-4769-96F9-90D5E2B7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1DAC74-5C1E-49A5-A0AB-449F7EE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700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a5245b2854079"/>
          <a:stretch xmlns:a="http://schemas.openxmlformats.org/drawingml/2006/main"/>
        </p:blipFill>
        <p:spPr>
          <a:xfrm xmlns:a="http://schemas.openxmlformats.org/drawingml/2006/main">
            <a:off x="609600" y="20002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3414237b6404e"/>
          <a:stretch xmlns:a="http://schemas.openxmlformats.org/drawingml/2006/main"/>
        </p:blipFill>
        <p:spPr>
          <a:xfrm xmlns:a="http://schemas.openxmlformats.org/drawingml/2006/main">
            <a:off x="2333625" y="1857375"/>
            <a:ext cx="1476375" cy="1476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1FF423-298C-4F12-973E-2DB4449A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+ WEEZY 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E2F0A2-2736-4BC1-AA01-74E9AF47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38250"/>
            <a:ext cx="361950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5119B5-9E91-40CD-BA92-1CCDEAD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8590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91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9E0B0A-DA17-4409-B984-6C9B07B6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4305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PUNTOS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000e46dcd4a00"/>
          <a:stretch xmlns:a="http://schemas.openxmlformats.org/drawingml/2006/main"/>
        </p:blipFill>
        <p:spPr>
          <a:xfrm xmlns:a="http://schemas.openxmlformats.org/drawingml/2006/main">
            <a:off x="5924550" y="1981200"/>
            <a:ext cx="1790700" cy="17907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26F4FE-1441-4102-9CCF-2514DB87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90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</p:spTree>
    <p:extLst>
      <p:ext uri="{BB962C8B-B14F-4D97-AF65-F5344CB8AC3E}">
        <p14:creationId xmlns:p14="http://schemas.microsoft.com/office/powerpoint/2010/main" val="7304638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F9C5B-60BB-4612-AAAE-308F6BB0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CF1A1-AAE1-4929-B97D-2E46C3A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DE9C8-8795-4911-ABB9-F7CD7AD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4F8FC-B226-4135-88C0-44F7F9D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01:12–01:24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FD98E-A78E-4BF1-8003-56F3F3F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Cierre responsable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E22CE-7E92-43EF-AA9C-3755BEC8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6232D-7EAC-420A-876C-A1D13136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BC52C-4125-4335-B314-EF096044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Miniatura del teaser o último frame del clip. Tarjeta final con datos confirmados y caveat editorial.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B21F6-0803-4844-ADB1-90A3949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2CE0D-0CA8-4261-B141-E3EF63FE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 congela último frame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01:14 entra tarjeta final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01:20 baja música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01:24 fundido a negro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58715-EFB3-46A7-98BE-DDC1E37F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5A94A-71AB-47CF-8401-049B478C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5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Freeze de 8 frames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 fade-up de 240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Ken Burns mínimo sobre la miniatura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Fade-out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292D6-CC26-407B-96E9-BB3A501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42523-7393-436C-A6A8-3CADF2B7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82C0A-3087-4ED4-99F8-34EF829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Mantener la frase de verificación. El reglamento específico y los premios pueden cambiar antes de comenzar.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53A61-F1F4-4617-8833-46EF493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C6C5E-B009-4B94-9081-C1D6C7D8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7BF2-4C29-4071-B62D-F6022B48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0D482-C308-4A3C-BB42-E287501C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copa está listada oficialmente. Conviene comprobar el reglamento específico y cómo se reflejarán las recompensas en cada región.”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054BB-3E84-4B15-B206-71241723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D3BA6-3934-43AF-BD22-4D97A182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8A9D4-91F3-48DC-8C31-7E594B4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1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o último frame de official-teaser.mp4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Caveat: “Verifica reglamento y premios en el cliente”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AF203-CAB2-42F2-83B6-D7C50D19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6E3F3-8ADE-47F4-9BBC-406944B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10 · 01:12–01:24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2BD5D-40C3-4FF6-B455-52F68CC0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8130f090342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5C51C-1197-4EC6-B49A-19284F10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FCC75-03C3-418F-86BB-0297791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8096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ECA34-59A4-4FB9-9471-8C66F49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525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5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LISTADA OFICIALMENTE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FF75F-BDCA-4284-AF63-2A7B2434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 · 12 SEP · 5–8 PM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BF261-B66D-48CC-8A07-C3AFDFBD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7C1A1-6A64-4CCE-9A4A-F8FE1E1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VERIFICA REGLAMENTO Y PREMIOS EN EL CLIENTE</a:t>
            </a:r>
          </a:p>
        </p:txBody>
      </p:sp>
    </p:spTree>
    <p:extLst>
      <p:ext uri="{BB962C8B-B14F-4D97-AF65-F5344CB8AC3E}">
        <p14:creationId xmlns:p14="http://schemas.microsoft.com/office/powerpoint/2010/main" val="1123689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2026-09-10T17:22:19.0470000Z</dcterms:created>
  <dcterms:modified xsi:type="dcterms:W3CDTF">2026-09-10T17:22:19.0470000Z</dcterms:modified>
</coreProperties>
</file>